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7" r:id="rId5"/>
    <p:sldId id="332" r:id="rId6"/>
    <p:sldId id="328" r:id="rId7"/>
    <p:sldId id="331" r:id="rId8"/>
    <p:sldId id="32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6EE4"/>
    <a:srgbClr val="EA3E30"/>
    <a:srgbClr val="75A2ED"/>
    <a:srgbClr val="E54A24"/>
    <a:srgbClr val="4988E8"/>
    <a:srgbClr val="CCD5F6"/>
    <a:srgbClr val="DCE8FB"/>
    <a:srgbClr val="26669E"/>
    <a:srgbClr val="E4EEFC"/>
    <a:srgbClr val="D1D1D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5"/>
  </p:normalViewPr>
  <p:slideViewPr>
    <p:cSldViewPr snapToGrid="0">
      <p:cViewPr varScale="1">
        <p:scale>
          <a:sx n="100" d="100"/>
          <a:sy n="100" d="100"/>
        </p:scale>
        <p:origin x="55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ashekhar H.P" userId="af320290-817f-4ad1-a019-bbfa217b4df9" providerId="ADAL" clId="{299550A7-CD43-55CD-B53E-7F932E75CF2A}"/>
    <pc:docChg chg="modSld">
      <pc:chgData name="Chandrashekhar H.P" userId="af320290-817f-4ad1-a019-bbfa217b4df9" providerId="ADAL" clId="{299550A7-CD43-55CD-B53E-7F932E75CF2A}" dt="2026-01-09T05:38:09.985" v="7" actId="20577"/>
      <pc:docMkLst>
        <pc:docMk/>
      </pc:docMkLst>
      <pc:sldChg chg="modSp mod">
        <pc:chgData name="Chandrashekhar H.P" userId="af320290-817f-4ad1-a019-bbfa217b4df9" providerId="ADAL" clId="{299550A7-CD43-55CD-B53E-7F932E75CF2A}" dt="2026-01-09T05:38:09.985" v="7" actId="20577"/>
        <pc:sldMkLst>
          <pc:docMk/>
          <pc:sldMk cId="23355883" sldId="257"/>
        </pc:sldMkLst>
        <pc:spChg chg="mod">
          <ac:chgData name="Chandrashekhar H.P" userId="af320290-817f-4ad1-a019-bbfa217b4df9" providerId="ADAL" clId="{299550A7-CD43-55CD-B53E-7F932E75CF2A}" dt="2026-01-09T05:38:09.985" v="7" actId="20577"/>
          <ac:spMkLst>
            <pc:docMk/>
            <pc:sldMk cId="23355883" sldId="257"/>
            <ac:spMk id="4" creationId="{0B560ACD-6BD5-1F95-FF67-81BE90C0AA5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072186-6E6A-3241-2A17-078AC985EA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5C70F-4907-1B25-DFFC-02043F574D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06BEF-5F6F-488D-A81E-F78C27F0C765}" type="datetimeFigureOut">
              <a:rPr lang="en-IN" smtClean="0">
                <a:latin typeface="Arial" panose="020B0604020202020204" pitchFamily="34" charset="0"/>
              </a:rPr>
              <a:t>09/01/26</a:t>
            </a:fld>
            <a:endParaRPr lang="en-IN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AE120-78AC-00FC-5A83-988E4EEB0F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00E59-ACBC-06AB-D0ED-CEB1099D27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AB9DB6-5108-4B99-9C70-1C2A0BAC14E5}" type="slidenum">
              <a:rPr lang="en-IN" smtClean="0">
                <a:latin typeface="Arial" panose="020B0604020202020204" pitchFamily="34" charset="0"/>
              </a:rPr>
              <a:t>‹#›</a:t>
            </a:fld>
            <a:endParaRPr lang="en-I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178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49C9385-4C9A-473B-BE7F-27FF9BADD56B}" type="datetimeFigureOut">
              <a:rPr lang="en-IN" smtClean="0"/>
              <a:pPr/>
              <a:t>09/01/26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15A18CA-AD4C-47E9-89C0-1185FB7B0D9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277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A18CA-AD4C-47E9-89C0-1185FB7B0D9E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945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274B-8CEA-700F-B6BA-C1F87CE9C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3C6B1-6710-9716-33B9-7C7F5C5AA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C2854-AF08-EE99-1386-7A8D4F8BC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Title With Text</a:t>
            </a:r>
            <a:endParaRPr lang="en-IN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D2788-4F70-5448-1D9F-759C09037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A18CA-AD4C-47E9-89C0-1185FB7B0D9E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685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Title With Text</a:t>
            </a:r>
            <a:endParaRPr lang="en-IN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A18CA-AD4C-47E9-89C0-1185FB7B0D9E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043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Title With Text</a:t>
            </a:r>
            <a:endParaRPr lang="en-IN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A18CA-AD4C-47E9-89C0-1185FB7B0D9E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923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B324C-3FF4-19DF-41B2-C1029DAA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3138A-A1BD-6A66-8E56-E86B25D76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7D808-7265-AE56-7B34-BE1402D98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Divider Slide</a:t>
            </a:r>
            <a:endParaRPr lang="en-IN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37818-7029-EB20-A88B-0F0F36E96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A18CA-AD4C-47E9-89C0-1185FB7B0D9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865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With Partn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AB76F2-0302-E36A-0166-166579CB0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4E098B6-E070-76CC-CDF5-7E63DD0CED13}"/>
              </a:ext>
            </a:extLst>
          </p:cNvPr>
          <p:cNvSpPr/>
          <p:nvPr userDrawn="1"/>
        </p:nvSpPr>
        <p:spPr>
          <a:xfrm>
            <a:off x="-15240" y="-1"/>
            <a:ext cx="12207240" cy="6858000"/>
          </a:xfrm>
          <a:prstGeom prst="rect">
            <a:avLst/>
          </a:prstGeom>
          <a:gradFill flip="none" rotWithShape="1">
            <a:gsLst>
              <a:gs pos="100000">
                <a:srgbClr val="2075E2">
                  <a:alpha val="13000"/>
                </a:srgbClr>
              </a:gs>
              <a:gs pos="76000">
                <a:srgbClr val="0957A4">
                  <a:alpha val="14000"/>
                </a:srgbClr>
              </a:gs>
              <a:gs pos="7000">
                <a:schemeClr val="accent4"/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9DE1A93D-CA6D-69B5-CBB4-AA1983E80B2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904233" y="766338"/>
            <a:ext cx="1928238" cy="630004"/>
          </a:xfrm>
        </p:spPr>
        <p:txBody>
          <a:bodyPr anchor="ctr">
            <a:noAutofit/>
          </a:bodyPr>
          <a:lstStyle>
            <a:lvl1pPr marL="0" indent="0" algn="ctr">
              <a:buNone/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logo here</a:t>
            </a:r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8820EC-0D9E-B0E4-D245-CDDE7B7865B8}"/>
              </a:ext>
            </a:extLst>
          </p:cNvPr>
          <p:cNvCxnSpPr>
            <a:cxnSpLocks/>
          </p:cNvCxnSpPr>
          <p:nvPr userDrawn="1"/>
        </p:nvCxnSpPr>
        <p:spPr>
          <a:xfrm flipV="1">
            <a:off x="3499431" y="766338"/>
            <a:ext cx="0" cy="63000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econdary Information">
            <a:extLst>
              <a:ext uri="{FF2B5EF4-FFF2-40B4-BE49-F238E27FC236}">
                <a16:creationId xmlns:a16="http://schemas.microsoft.com/office/drawing/2014/main" id="{53097AE6-9624-D9A2-A8DF-86D066A4A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18" y="4113880"/>
            <a:ext cx="5507077" cy="763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kern="800" cap="none" spc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E"/>
          </a:p>
        </p:txBody>
      </p:sp>
      <p:sp>
        <p:nvSpPr>
          <p:cNvPr id="11" name="Presentation Title">
            <a:extLst>
              <a:ext uri="{FF2B5EF4-FFF2-40B4-BE49-F238E27FC236}">
                <a16:creationId xmlns:a16="http://schemas.microsoft.com/office/drawing/2014/main" id="{C3A0A06C-AFDA-B7EC-DFBC-B71AE560A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6018" y="2162680"/>
            <a:ext cx="5507077" cy="1904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 b="1" kern="800" cap="none" spc="0" baseline="0">
                <a:solidFill>
                  <a:schemeClr val="bg1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n-AE"/>
              <a:t>Click to Add 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25894AD-2B92-2FD5-D872-BDD2945C6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0323" y="766338"/>
            <a:ext cx="2394307" cy="63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2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AB76F2-0302-E36A-0166-166579CB0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4E098B6-E070-76CC-CDF5-7E63DD0CED13}"/>
              </a:ext>
            </a:extLst>
          </p:cNvPr>
          <p:cNvSpPr/>
          <p:nvPr userDrawn="1"/>
        </p:nvSpPr>
        <p:spPr>
          <a:xfrm>
            <a:off x="-7620" y="-1"/>
            <a:ext cx="12207240" cy="6858000"/>
          </a:xfrm>
          <a:prstGeom prst="rect">
            <a:avLst/>
          </a:prstGeom>
          <a:gradFill flip="none" rotWithShape="1">
            <a:gsLst>
              <a:gs pos="100000">
                <a:srgbClr val="2075E2">
                  <a:alpha val="13000"/>
                </a:srgbClr>
              </a:gs>
              <a:gs pos="76000">
                <a:srgbClr val="0957A4">
                  <a:alpha val="14000"/>
                </a:srgbClr>
              </a:gs>
              <a:gs pos="7000">
                <a:schemeClr val="accent4"/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  <p:sp>
        <p:nvSpPr>
          <p:cNvPr id="2" name="Secondary Information">
            <a:extLst>
              <a:ext uri="{FF2B5EF4-FFF2-40B4-BE49-F238E27FC236}">
                <a16:creationId xmlns:a16="http://schemas.microsoft.com/office/drawing/2014/main" id="{80E15058-1F07-701F-96FA-2D1DA6AC1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18" y="4113880"/>
            <a:ext cx="5507077" cy="763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kern="800" cap="none" spc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E"/>
          </a:p>
        </p:txBody>
      </p:sp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D1BB7791-4333-25C6-839A-F0571BC9AC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6018" y="2162680"/>
            <a:ext cx="5507077" cy="1904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 b="1" kern="800" cap="none" spc="0" baseline="0">
                <a:solidFill>
                  <a:schemeClr val="bg1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n-AE"/>
              <a:t>Click to Add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DACF7F1-4FBA-BED6-2020-F01BA77CEB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0323" y="766338"/>
            <a:ext cx="2394307" cy="63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82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CA0ADAA6-68BA-8567-BEB5-4378A6D76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0323" y="2346960"/>
            <a:ext cx="7823917" cy="119899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IN" sz="4000" b="1" kern="8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Section Heading (40pt)</a:t>
            </a:r>
            <a:endParaRPr lang="en-IN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274526EF-D16A-A0F3-3DDB-2FDAAC83DD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323" y="3677598"/>
            <a:ext cx="7823917" cy="369332"/>
          </a:xfr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Subheading (20pt)</a:t>
            </a:r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C6323B-BE79-8BBB-E9E0-F299FD2605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122" b="23370"/>
          <a:stretch/>
        </p:blipFill>
        <p:spPr>
          <a:xfrm>
            <a:off x="7010401" y="1483482"/>
            <a:ext cx="5181600" cy="537451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D30E121-1059-F051-C6AA-EA208D2CDA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5699" y="165266"/>
            <a:ext cx="1331477" cy="350219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CA0815F-3000-14E5-5AF6-3D5AA1928715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00AE97D-EB5D-3D09-5C57-4E46880FA014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0D0F3B1-72ED-63D5-D80B-7E71C032CA22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E745D4E-314A-424D-5DCD-07A9C712157F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A81300D-041C-7222-3FC5-46A2DB3CC9DE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68279E-0BAE-3F7B-93DF-85CA03B2D7D8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FF29E46-7963-B67C-3CE4-1E00851B7B3C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43776AA-6744-749D-7BF1-A5715C39DE58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727E169-CC73-ADB3-C3CA-7538BFCD2029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884FA9-75C2-039C-A177-C04B6229D9A0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5A6D39-1762-B823-CCA9-21B57431900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642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0D15F41A-7669-BAC8-599E-18055F6AD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122" b="23370"/>
          <a:stretch/>
        </p:blipFill>
        <p:spPr>
          <a:xfrm>
            <a:off x="7010401" y="1483482"/>
            <a:ext cx="5181600" cy="5374518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8E4A434-857F-2DDA-A952-640ADC84E9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0323" y="2560638"/>
            <a:ext cx="7549916" cy="1736725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i="1">
                <a:solidFill>
                  <a:schemeClr val="bg1"/>
                </a:solidFill>
              </a:defRPr>
            </a:lvl1pPr>
            <a:lvl2pPr>
              <a:defRPr sz="2000" i="1"/>
            </a:lvl2pPr>
            <a:lvl3pPr>
              <a:defRPr sz="2000" i="1"/>
            </a:lvl3pPr>
            <a:lvl4pPr>
              <a:defRPr sz="2000" i="1"/>
            </a:lvl4pPr>
            <a:lvl5pPr>
              <a:defRPr sz="2000" i="1"/>
            </a:lvl5pPr>
          </a:lstStyle>
          <a:p>
            <a:pPr lvl="0"/>
            <a:r>
              <a:rPr lang="en-US"/>
              <a:t>“Insert Quote Here”</a:t>
            </a:r>
            <a:br>
              <a:rPr lang="en-US"/>
            </a:br>
            <a:r>
              <a:rPr lang="en-US"/>
              <a:t>20-24pts</a:t>
            </a:r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9A0608-17DF-6AFA-8FA5-91493E3F85A2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3FD48-60AC-457A-FCA2-710126475126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CED404-AAE0-AFE6-EE20-DAE3D64D21B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D6A39A-DF80-3331-6B66-0B926C5E8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5699" y="165266"/>
            <a:ext cx="1331477" cy="350219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16" name="Freeform: Shape 3">
              <a:extLst>
                <a:ext uri="{FF2B5EF4-FFF2-40B4-BE49-F238E27FC236}">
                  <a16:creationId xmlns:a16="http://schemas.microsoft.com/office/drawing/2014/main" id="{023FC72B-4725-3EC8-9114-F8553CD4DF2E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4">
              <a:extLst>
                <a:ext uri="{FF2B5EF4-FFF2-40B4-BE49-F238E27FC236}">
                  <a16:creationId xmlns:a16="http://schemas.microsoft.com/office/drawing/2014/main" id="{6BDAF400-65F8-AF58-7C49-9A27E5DA874C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5">
              <a:extLst>
                <a:ext uri="{FF2B5EF4-FFF2-40B4-BE49-F238E27FC236}">
                  <a16:creationId xmlns:a16="http://schemas.microsoft.com/office/drawing/2014/main" id="{CB765647-57B2-B534-FC59-AB875270629A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6">
              <a:extLst>
                <a:ext uri="{FF2B5EF4-FFF2-40B4-BE49-F238E27FC236}">
                  <a16:creationId xmlns:a16="http://schemas.microsoft.com/office/drawing/2014/main" id="{90241AFF-513F-B8B0-7982-E8D7721F009A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7">
              <a:extLst>
                <a:ext uri="{FF2B5EF4-FFF2-40B4-BE49-F238E27FC236}">
                  <a16:creationId xmlns:a16="http://schemas.microsoft.com/office/drawing/2014/main" id="{4D0A8306-9455-D242-FDAD-F2C4991CF335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8">
              <a:extLst>
                <a:ext uri="{FF2B5EF4-FFF2-40B4-BE49-F238E27FC236}">
                  <a16:creationId xmlns:a16="http://schemas.microsoft.com/office/drawing/2014/main" id="{DE70CC59-55AB-D8A1-82C3-87F47AD0195F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11">
              <a:extLst>
                <a:ext uri="{FF2B5EF4-FFF2-40B4-BE49-F238E27FC236}">
                  <a16:creationId xmlns:a16="http://schemas.microsoft.com/office/drawing/2014/main" id="{A06186B9-596D-E3A1-1891-7EEB1A9D4F70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12">
              <a:extLst>
                <a:ext uri="{FF2B5EF4-FFF2-40B4-BE49-F238E27FC236}">
                  <a16:creationId xmlns:a16="http://schemas.microsoft.com/office/drawing/2014/main" id="{9FA6633B-4725-4F15-CAFD-4DECC9A29DE9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846599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75F8D-C9A5-B382-AA8C-3BDE43242C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0323" y="1571309"/>
            <a:ext cx="11012581" cy="4291820"/>
          </a:xfrm>
        </p:spPr>
        <p:txBody>
          <a:bodyPr>
            <a:normAutofit/>
          </a:bodyPr>
          <a:lstStyle>
            <a:lvl1pPr marL="173038" indent="-173038">
              <a:buFont typeface="Arial" panose="020B0604020202020204" pitchFamily="34" charset="0"/>
              <a:buChar char="•"/>
              <a:defRPr sz="1600"/>
            </a:lvl1pPr>
            <a:lvl2pPr marL="628650" indent="-171450">
              <a:buFont typeface="Arial" panose="020B0604020202020204" pitchFamily="34" charset="0"/>
              <a:buChar char="•"/>
              <a:defRPr sz="1400"/>
            </a:lvl2pPr>
            <a:lvl3pPr marL="1076325" indent="-161925">
              <a:buFont typeface="Arial" panose="020B0604020202020204" pitchFamily="34" charset="0"/>
              <a:buChar char="•"/>
              <a:defRPr sz="1200"/>
            </a:lvl3pPr>
            <a:lvl4pPr marL="1657350" indent="-285750">
              <a:buFont typeface="Arial" panose="020B0604020202020204" pitchFamily="34" charset="0"/>
              <a:buChar char="•"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 (16pt)</a:t>
            </a:r>
          </a:p>
          <a:p>
            <a:pPr lvl="1"/>
            <a:r>
              <a:rPr lang="en-US"/>
              <a:t>Second Level (14pt)</a:t>
            </a:r>
          </a:p>
          <a:p>
            <a:pPr lvl="2"/>
            <a:r>
              <a:rPr lang="en-US"/>
              <a:t>Third level (12pt)</a:t>
            </a:r>
          </a:p>
          <a:p>
            <a:pPr lvl="3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5C81A6-CE45-8F27-E8FC-CA6827926488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8054DAB-BA09-B73B-FBC6-09EF26841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43200E5-AAA7-2CBA-FDE2-F1E242095BB3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FD2EB9-2062-79B4-52BE-BBE7B0D6127E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5952A0F-76FE-1A2D-D020-E8C50BB0A69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E1B935B-A43D-9DA8-19FA-67D87A10EE4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A6B4618-44C7-F82F-F017-4F3438F0F5F6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1B6FEBD-D397-04CD-D3BC-173C9B760706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FE02F1C-7B4D-D32C-F7D9-855682DC6584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EDB7111-1F39-9C54-2DBA-8458550D615B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B151C02-B490-E7A2-672C-C933B1E912C3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45EA985-2FB9-96FF-ABA9-E15049ACC0F2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3E2C63F-DD52-8D72-A01C-0D8CB771567A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EBE37F1-0DD3-DD60-7CDF-B866AEFD83C5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534957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BF9EE5A-171B-692D-AF55-B54D8AD4D8E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646793" y="176722"/>
            <a:ext cx="1117376" cy="293904"/>
            <a:chOff x="10498770" y="812407"/>
            <a:chExt cx="1228658" cy="323175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3F1135F-4498-840B-850D-1E0B064C9CCD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F96C6A9-CA9C-280D-50BA-11BC78CBB087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F3EEC2D-F176-B8FD-64E5-AB6444850DF1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073938B-E445-8D2B-A8BC-D1C3A5CFF42B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F73C209-0AA9-6B9E-BBBB-ED7F3A70BA71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A76377-CC75-1C99-2CCF-7E7C3B8626F7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2092DAE-4AD7-3F20-5216-BFF39BD67CB1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5D4E67-9E45-B27F-F330-70FCE18DD10B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F64D48-5B1A-B022-8DB3-3AC8BBD36593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36BD4B1-042D-8CC9-B41D-558454272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F64BF0D-4B14-CDCF-159F-5F9852B198BE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B30EE0-7704-BC01-A9AC-D7311E7C7F68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6D27DCB-41D5-388D-516D-C446460A741B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7FC87624-A566-964B-50AE-754420EB21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0323" y="1571309"/>
            <a:ext cx="11012581" cy="4291820"/>
          </a:xfrm>
        </p:spPr>
        <p:txBody>
          <a:bodyPr>
            <a:normAutofit/>
          </a:bodyPr>
          <a:lstStyle>
            <a:lvl1pPr marL="173038" indent="-173038">
              <a:buFont typeface="Arial" panose="020B0604020202020204" pitchFamily="34" charset="0"/>
              <a:buChar char="•"/>
              <a:defRPr sz="1600"/>
            </a:lvl1pPr>
            <a:lvl2pPr marL="628650" indent="-171450">
              <a:buFont typeface="Arial" panose="020B0604020202020204" pitchFamily="34" charset="0"/>
              <a:buChar char="•"/>
              <a:defRPr sz="1400"/>
            </a:lvl2pPr>
            <a:lvl3pPr marL="1076325" indent="-161925">
              <a:buFont typeface="Arial" panose="020B0604020202020204" pitchFamily="34" charset="0"/>
              <a:buChar char="•"/>
              <a:defRPr sz="1200"/>
            </a:lvl3pPr>
            <a:lvl4pPr marL="1657350" indent="-285750">
              <a:buFont typeface="Arial" panose="020B0604020202020204" pitchFamily="34" charset="0"/>
              <a:buChar char="•"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 (16pt)</a:t>
            </a:r>
          </a:p>
          <a:p>
            <a:pPr lvl="1"/>
            <a:r>
              <a:rPr lang="en-US"/>
              <a:t>Second Level (14pt)</a:t>
            </a:r>
          </a:p>
          <a:p>
            <a:pPr lvl="2"/>
            <a:r>
              <a:rPr lang="en-US"/>
              <a:t>Third level (12pt)</a:t>
            </a:r>
          </a:p>
          <a:p>
            <a:pPr lvl="3"/>
            <a:endParaRPr lang="en-IN"/>
          </a:p>
        </p:txBody>
      </p:sp>
      <p:sp>
        <p:nvSpPr>
          <p:cNvPr id="75" name="Picture Placeholder 13">
            <a:extLst>
              <a:ext uri="{FF2B5EF4-FFF2-40B4-BE49-F238E27FC236}">
                <a16:creationId xmlns:a16="http://schemas.microsoft.com/office/drawing/2014/main" id="{79E59AAA-26FE-14AA-AFED-C9C589765E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75516" y="151906"/>
            <a:ext cx="741834" cy="315989"/>
          </a:xfrm>
        </p:spPr>
        <p:txBody>
          <a:bodyPr anchor="ctr">
            <a:noAutofit/>
          </a:bodyPr>
          <a:lstStyle>
            <a:lvl1pPr marL="0" indent="0" algn="ctr">
              <a:buNone/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logo here</a:t>
            </a:r>
            <a:endParaRPr lang="en-IN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D9CFD54-7889-8AD8-FB5F-1A6F13BE8042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71907" y="176722"/>
            <a:ext cx="0" cy="293904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885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A7EE9C-C5FC-F5CA-71FF-83A52F06D76C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7B9BADF-6CAB-0DBF-1EC6-00BB3107E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B3485E36-1EA3-D35D-1B8B-D5F8ABA52175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4139E2-54C6-3FAE-17D4-3D86120F6500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416C1A-5C0E-45F2-122F-47CBB1AC551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9A785D91-FF8B-D4D4-FC49-2FCC117BD93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B6B40286-7C57-87FC-41B6-19EF4DC91591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" name="Freeform: Shape 34">
              <a:extLst>
                <a:ext uri="{FF2B5EF4-FFF2-40B4-BE49-F238E27FC236}">
                  <a16:creationId xmlns:a16="http://schemas.microsoft.com/office/drawing/2014/main" id="{20EE018F-BB8A-AAEA-18CC-B563548387A7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5">
              <a:extLst>
                <a:ext uri="{FF2B5EF4-FFF2-40B4-BE49-F238E27FC236}">
                  <a16:creationId xmlns:a16="http://schemas.microsoft.com/office/drawing/2014/main" id="{F40A6962-D7AB-7FE1-7A44-A85328E0DAC0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6">
              <a:extLst>
                <a:ext uri="{FF2B5EF4-FFF2-40B4-BE49-F238E27FC236}">
                  <a16:creationId xmlns:a16="http://schemas.microsoft.com/office/drawing/2014/main" id="{40634307-0576-1BB1-168A-0EF6CB8FECF5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7">
              <a:extLst>
                <a:ext uri="{FF2B5EF4-FFF2-40B4-BE49-F238E27FC236}">
                  <a16:creationId xmlns:a16="http://schemas.microsoft.com/office/drawing/2014/main" id="{79092CF8-A533-14D1-9076-90F4CF141D4A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ED72E994-DAF7-1C50-B826-51EEB6417619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9">
              <a:extLst>
                <a:ext uri="{FF2B5EF4-FFF2-40B4-BE49-F238E27FC236}">
                  <a16:creationId xmlns:a16="http://schemas.microsoft.com/office/drawing/2014/main" id="{426292D2-3740-79A8-1DF4-CDD81095CEFF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40">
              <a:extLst>
                <a:ext uri="{FF2B5EF4-FFF2-40B4-BE49-F238E27FC236}">
                  <a16:creationId xmlns:a16="http://schemas.microsoft.com/office/drawing/2014/main" id="{BCFA0962-B8B5-FBD5-C995-55C9CEC92E1A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44725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F1992B9-8B97-61D6-865D-2D9EEB14C416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1CD1712-5FDC-F031-3326-3CA00A1701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FC78A93-8D74-17BC-7C88-84460DFD4B53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5BF883-2FFA-0E7F-FAE3-A66BFFF6E5DC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DA1402-C884-C751-E80E-8D5618069F4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D0CEC2A-11A8-C5DF-B060-398E3D87F8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256F26D1-BE1C-E7D0-C323-ABF467477D03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" name="Freeform: Shape 34">
              <a:extLst>
                <a:ext uri="{FF2B5EF4-FFF2-40B4-BE49-F238E27FC236}">
                  <a16:creationId xmlns:a16="http://schemas.microsoft.com/office/drawing/2014/main" id="{C9FE7BCC-D048-D71B-7817-D20AB5A6AF23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5">
              <a:extLst>
                <a:ext uri="{FF2B5EF4-FFF2-40B4-BE49-F238E27FC236}">
                  <a16:creationId xmlns:a16="http://schemas.microsoft.com/office/drawing/2014/main" id="{8F3F4EC5-810F-B493-94C1-E318E8347214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6">
              <a:extLst>
                <a:ext uri="{FF2B5EF4-FFF2-40B4-BE49-F238E27FC236}">
                  <a16:creationId xmlns:a16="http://schemas.microsoft.com/office/drawing/2014/main" id="{959E47BF-4ADC-92C3-F480-26CF0C4EF6C7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7">
              <a:extLst>
                <a:ext uri="{FF2B5EF4-FFF2-40B4-BE49-F238E27FC236}">
                  <a16:creationId xmlns:a16="http://schemas.microsoft.com/office/drawing/2014/main" id="{5054FAA4-C113-E6FC-1A4C-E385D6525481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FD1324E6-536A-8136-EC09-9FCE93EF3288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9">
              <a:extLst>
                <a:ext uri="{FF2B5EF4-FFF2-40B4-BE49-F238E27FC236}">
                  <a16:creationId xmlns:a16="http://schemas.microsoft.com/office/drawing/2014/main" id="{302F5630-0829-6D54-17F3-9D8DE956D07A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40">
              <a:extLst>
                <a:ext uri="{FF2B5EF4-FFF2-40B4-BE49-F238E27FC236}">
                  <a16:creationId xmlns:a16="http://schemas.microsoft.com/office/drawing/2014/main" id="{EC7F4D08-048C-EF4C-36E7-1370FAFBA7E4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96707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2E0E58-C327-A6EA-E4D9-6311AD6FAC14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2CF5555-04D0-3665-A03A-01B47CBE7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416D7EE-F817-EA42-94AC-7AC84A14B59D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51F984-37E3-DB35-FB11-98BAB4AD7F29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9D1735-FA74-1325-B1A3-E33EE88A434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48">
            <a:extLst>
              <a:ext uri="{FF2B5EF4-FFF2-40B4-BE49-F238E27FC236}">
                <a16:creationId xmlns:a16="http://schemas.microsoft.com/office/drawing/2014/main" id="{46FFB949-E6A1-8295-82A1-DE1EFD95B7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0088" y="1181879"/>
            <a:ext cx="11022976" cy="70485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1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lnSpc>
                <a:spcPct val="120000"/>
              </a:lnSpc>
              <a:buNone/>
              <a:defRPr sz="1600"/>
            </a:lvl2pPr>
            <a:lvl3pPr marL="914400" indent="0">
              <a:lnSpc>
                <a:spcPct val="120000"/>
              </a:lnSpc>
              <a:buNone/>
              <a:defRPr sz="1600"/>
            </a:lvl3pPr>
            <a:lvl4pPr marL="1371600" indent="0">
              <a:lnSpc>
                <a:spcPct val="120000"/>
              </a:lnSpc>
              <a:buNone/>
              <a:defRPr sz="1600"/>
            </a:lvl4pPr>
            <a:lvl5pPr marL="1828800" indent="0">
              <a:lnSpc>
                <a:spcPct val="120000"/>
              </a:lnSpc>
              <a:buNone/>
              <a:defRPr sz="1600"/>
            </a:lvl5pPr>
          </a:lstStyle>
          <a:p>
            <a:pPr marL="0" lvl="0" indent="0">
              <a:lnSpc>
                <a:spcPct val="120000"/>
              </a:lnSpc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6B4A46-AF16-3AD0-319C-7ECB36AE585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CCAD3BF3-D02D-94A6-566A-06FE438DA450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" name="Freeform: Shape 34">
              <a:extLst>
                <a:ext uri="{FF2B5EF4-FFF2-40B4-BE49-F238E27FC236}">
                  <a16:creationId xmlns:a16="http://schemas.microsoft.com/office/drawing/2014/main" id="{EC26224B-B058-FDD0-4FDC-8B7A663954B5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5">
              <a:extLst>
                <a:ext uri="{FF2B5EF4-FFF2-40B4-BE49-F238E27FC236}">
                  <a16:creationId xmlns:a16="http://schemas.microsoft.com/office/drawing/2014/main" id="{655B48AA-4B28-BA86-C025-A5CC1079A627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6">
              <a:extLst>
                <a:ext uri="{FF2B5EF4-FFF2-40B4-BE49-F238E27FC236}">
                  <a16:creationId xmlns:a16="http://schemas.microsoft.com/office/drawing/2014/main" id="{8F00E5F1-F081-A50B-E66E-C5C05F426E1D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7">
              <a:extLst>
                <a:ext uri="{FF2B5EF4-FFF2-40B4-BE49-F238E27FC236}">
                  <a16:creationId xmlns:a16="http://schemas.microsoft.com/office/drawing/2014/main" id="{464D206A-3A44-DF37-2F90-1C590BAA3E59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D542911F-842B-CD63-E2DB-35502DB00778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9">
              <a:extLst>
                <a:ext uri="{FF2B5EF4-FFF2-40B4-BE49-F238E27FC236}">
                  <a16:creationId xmlns:a16="http://schemas.microsoft.com/office/drawing/2014/main" id="{882D95D0-AE0D-0C09-A055-6759F44EA7C5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40">
              <a:extLst>
                <a:ext uri="{FF2B5EF4-FFF2-40B4-BE49-F238E27FC236}">
                  <a16:creationId xmlns:a16="http://schemas.microsoft.com/office/drawing/2014/main" id="{4C6FD963-E619-DFD1-D213-CFEC3CB87254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89967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Sub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8BADFEB-B2AA-9B33-43F0-E6E3AAAD49E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61404" y="2012317"/>
            <a:ext cx="4013783" cy="3809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Clr>
                <a:srgbClr val="0183FF"/>
              </a:buClr>
              <a:buSzPct val="60000"/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2pPr>
            <a:lvl3pPr marL="11430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3pPr>
            <a:lvl4pPr marL="16002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4pPr>
            <a:lvl5pPr marL="20574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5pPr>
          </a:lstStyle>
          <a:p>
            <a:pPr lvl="0"/>
            <a:r>
              <a:rPr lang="en-US"/>
              <a:t>Section subheading (1 point- 14pt)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0485AC9A-7605-A41B-0941-17D849030A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61721" y="1640710"/>
            <a:ext cx="4013783" cy="329386"/>
          </a:xfrm>
          <a:noFill/>
        </p:spPr>
        <p:txBody>
          <a:bodyPr wrap="square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6E9A919-95E2-A379-6CB9-043006DF7CB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561404" y="3160576"/>
            <a:ext cx="4013783" cy="3809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Clr>
                <a:srgbClr val="0183FF"/>
              </a:buClr>
              <a:buSzPct val="60000"/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2pPr>
            <a:lvl3pPr marL="11430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3pPr>
            <a:lvl4pPr marL="16002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4pPr>
            <a:lvl5pPr marL="20574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5pPr>
          </a:lstStyle>
          <a:p>
            <a:pPr lvl="0"/>
            <a:r>
              <a:rPr lang="en-US"/>
              <a:t>Section subheading (1 point- 14pt)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37FF109D-8759-851B-19AD-B581AB21D82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561721" y="2801568"/>
            <a:ext cx="4013783" cy="329386"/>
          </a:xfrm>
          <a:noFill/>
        </p:spPr>
        <p:txBody>
          <a:bodyPr wrap="square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30425056-8068-64BD-05E4-E514CB0CC67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561404" y="4338451"/>
            <a:ext cx="4013783" cy="3809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Clr>
                <a:srgbClr val="0183FF"/>
              </a:buClr>
              <a:buSzPct val="60000"/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2pPr>
            <a:lvl3pPr marL="11430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3pPr>
            <a:lvl4pPr marL="16002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4pPr>
            <a:lvl5pPr marL="20574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5pPr>
          </a:lstStyle>
          <a:p>
            <a:pPr lvl="0"/>
            <a:r>
              <a:rPr lang="en-US"/>
              <a:t>Section subheading (1 point- 14pt)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5300A9DC-A68B-24FB-7B29-29FEA3C571D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561721" y="3955517"/>
            <a:ext cx="4013783" cy="329386"/>
          </a:xfrm>
          <a:noFill/>
        </p:spPr>
        <p:txBody>
          <a:bodyPr wrap="square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A03C02B7-34F5-F8D4-AF25-2077201EA68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696907" y="2012317"/>
            <a:ext cx="4013783" cy="3809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Clr>
                <a:srgbClr val="0183FF"/>
              </a:buClr>
              <a:buSzPct val="60000"/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2pPr>
            <a:lvl3pPr marL="11430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3pPr>
            <a:lvl4pPr marL="16002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4pPr>
            <a:lvl5pPr marL="20574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5pPr>
          </a:lstStyle>
          <a:p>
            <a:pPr lvl="0"/>
            <a:r>
              <a:rPr lang="en-US"/>
              <a:t>Section subheading (1 point- 14pt)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15889A9E-C672-6D2C-79B8-DEE8189478A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697224" y="1640710"/>
            <a:ext cx="4013783" cy="329386"/>
          </a:xfrm>
          <a:noFill/>
        </p:spPr>
        <p:txBody>
          <a:bodyPr wrap="square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773284EB-04A3-3A1F-99E5-03D0E71E442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696907" y="3160576"/>
            <a:ext cx="4013783" cy="3809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Clr>
                <a:srgbClr val="0183FF"/>
              </a:buClr>
              <a:buSzPct val="60000"/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2pPr>
            <a:lvl3pPr marL="11430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3pPr>
            <a:lvl4pPr marL="16002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4pPr>
            <a:lvl5pPr marL="20574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5pPr>
          </a:lstStyle>
          <a:p>
            <a:pPr lvl="0"/>
            <a:r>
              <a:rPr lang="en-US"/>
              <a:t>Section subheading (1 point- 14pt)</a:t>
            </a:r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828B2E44-E049-1FF3-0448-2E6B04538B8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97224" y="2801568"/>
            <a:ext cx="4013783" cy="329386"/>
          </a:xfrm>
          <a:noFill/>
        </p:spPr>
        <p:txBody>
          <a:bodyPr wrap="square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3254EFEA-DC04-1D78-9BA7-800BFD83985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696907" y="4338451"/>
            <a:ext cx="4013783" cy="3809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Clr>
                <a:srgbClr val="0183FF"/>
              </a:buClr>
              <a:buSzPct val="60000"/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2pPr>
            <a:lvl3pPr marL="11430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3pPr>
            <a:lvl4pPr marL="16002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4pPr>
            <a:lvl5pPr marL="20574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5pPr>
          </a:lstStyle>
          <a:p>
            <a:pPr lvl="0"/>
            <a:r>
              <a:rPr lang="en-US"/>
              <a:t>Section subheading (1 point- 14pt)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DE02A81E-339E-877F-0D20-5D5A0FFFC5F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697224" y="3955517"/>
            <a:ext cx="4013783" cy="329386"/>
          </a:xfrm>
          <a:noFill/>
        </p:spPr>
        <p:txBody>
          <a:bodyPr wrap="square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3ACC5357-2638-D697-9584-C775B5084B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561404" y="5526835"/>
            <a:ext cx="4013783" cy="3809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Clr>
                <a:srgbClr val="0183FF"/>
              </a:buClr>
              <a:buSzPct val="60000"/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2pPr>
            <a:lvl3pPr marL="11430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3pPr>
            <a:lvl4pPr marL="16002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4pPr>
            <a:lvl5pPr marL="20574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5pPr>
          </a:lstStyle>
          <a:p>
            <a:pPr lvl="0"/>
            <a:r>
              <a:rPr lang="en-US"/>
              <a:t>Section subheading (1 point- 14pt)</a:t>
            </a:r>
          </a:p>
        </p:txBody>
      </p:sp>
      <p:sp>
        <p:nvSpPr>
          <p:cNvPr id="47" name="Text Placeholder 23">
            <a:extLst>
              <a:ext uri="{FF2B5EF4-FFF2-40B4-BE49-F238E27FC236}">
                <a16:creationId xmlns:a16="http://schemas.microsoft.com/office/drawing/2014/main" id="{CB23808C-DFC3-36FC-1A9F-34A55C9E7B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561721" y="5144214"/>
            <a:ext cx="4013783" cy="329386"/>
          </a:xfrm>
          <a:noFill/>
        </p:spPr>
        <p:txBody>
          <a:bodyPr wrap="square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2E1FC26-3CF4-812B-58A2-6B041083A99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696907" y="5526835"/>
            <a:ext cx="4013783" cy="3809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Clr>
                <a:srgbClr val="0183FF"/>
              </a:buClr>
              <a:buSzPct val="60000"/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2pPr>
            <a:lvl3pPr marL="11430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3pPr>
            <a:lvl4pPr marL="16002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4pPr>
            <a:lvl5pPr marL="2057400" indent="-228600">
              <a:buClr>
                <a:srgbClr val="0183FF"/>
              </a:buClr>
              <a:buSzPct val="60000"/>
              <a:buFont typeface="Segoe UI Symbol" panose="020B0502040204020203" pitchFamily="34" charset="0"/>
              <a:buChar char="▶"/>
              <a:defRPr sz="1400">
                <a:latin typeface="+mn-lt"/>
              </a:defRPr>
            </a:lvl5pPr>
          </a:lstStyle>
          <a:p>
            <a:pPr lvl="0"/>
            <a:r>
              <a:rPr lang="en-US"/>
              <a:t>Section subheading (1 point- 14pt)</a:t>
            </a:r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F3BBC2A1-E5D4-0763-FB52-C9FC3A84E3B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697224" y="5144214"/>
            <a:ext cx="4013783" cy="329386"/>
          </a:xfrm>
          <a:noFill/>
        </p:spPr>
        <p:txBody>
          <a:bodyPr wrap="square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142" name="Text Placeholder 13">
            <a:extLst>
              <a:ext uri="{FF2B5EF4-FFF2-40B4-BE49-F238E27FC236}">
                <a16:creationId xmlns:a16="http://schemas.microsoft.com/office/drawing/2014/main" id="{FC15F6CC-B512-D7F6-7C12-BF9460FD529C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10213" y="1640709"/>
            <a:ext cx="566738" cy="621665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143" name="Text Placeholder 13">
            <a:extLst>
              <a:ext uri="{FF2B5EF4-FFF2-40B4-BE49-F238E27FC236}">
                <a16:creationId xmlns:a16="http://schemas.microsoft.com/office/drawing/2014/main" id="{4E9B17FF-AB1A-F756-1DF4-03BB853D7BDF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10213" y="2794679"/>
            <a:ext cx="566738" cy="621665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144" name="Text Placeholder 13">
            <a:extLst>
              <a:ext uri="{FF2B5EF4-FFF2-40B4-BE49-F238E27FC236}">
                <a16:creationId xmlns:a16="http://schemas.microsoft.com/office/drawing/2014/main" id="{8947CB44-0230-446C-EBCB-BC5C5C00AA05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10213" y="3948325"/>
            <a:ext cx="566738" cy="621665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145" name="Text Placeholder 13">
            <a:extLst>
              <a:ext uri="{FF2B5EF4-FFF2-40B4-BE49-F238E27FC236}">
                <a16:creationId xmlns:a16="http://schemas.microsoft.com/office/drawing/2014/main" id="{3C925A7F-E9DE-44A7-E6B8-2BA7C8DF8F1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0213" y="5122921"/>
            <a:ext cx="566738" cy="621665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146" name="Text Placeholder 13">
            <a:extLst>
              <a:ext uri="{FF2B5EF4-FFF2-40B4-BE49-F238E27FC236}">
                <a16:creationId xmlns:a16="http://schemas.microsoft.com/office/drawing/2014/main" id="{64895DE0-D656-8C35-B976-B03F073D398B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6944313" y="1640709"/>
            <a:ext cx="566738" cy="621665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147" name="Text Placeholder 13">
            <a:extLst>
              <a:ext uri="{FF2B5EF4-FFF2-40B4-BE49-F238E27FC236}">
                <a16:creationId xmlns:a16="http://schemas.microsoft.com/office/drawing/2014/main" id="{6130EAA9-E0E9-959D-64C8-907EC648519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6944313" y="2794679"/>
            <a:ext cx="566738" cy="621665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148" name="Text Placeholder 13">
            <a:extLst>
              <a:ext uri="{FF2B5EF4-FFF2-40B4-BE49-F238E27FC236}">
                <a16:creationId xmlns:a16="http://schemas.microsoft.com/office/drawing/2014/main" id="{299F2FE6-7353-DD53-A7A5-F92C77F92C6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944313" y="3948325"/>
            <a:ext cx="566738" cy="621665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149" name="Text Placeholder 13">
            <a:extLst>
              <a:ext uri="{FF2B5EF4-FFF2-40B4-BE49-F238E27FC236}">
                <a16:creationId xmlns:a16="http://schemas.microsoft.com/office/drawing/2014/main" id="{29DDD749-D9DC-7D92-4A45-581190EE6844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944313" y="5122921"/>
            <a:ext cx="566738" cy="621665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449D14-4F9E-754E-048D-4C9F01A59ACB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55FE5-DC11-4CAC-DA21-92C5CDACC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D4C951E-9AE0-B6F6-7043-DDD07A869CD7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41CDB0-DA37-A6E7-237F-039D673B8D5E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CA0964D-0A47-28EE-B05D-BD1DBAE13ED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40590A0-FD5B-9973-E5AA-75E41A1873D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5" name="Freeform: Shape 33">
              <a:extLst>
                <a:ext uri="{FF2B5EF4-FFF2-40B4-BE49-F238E27FC236}">
                  <a16:creationId xmlns:a16="http://schemas.microsoft.com/office/drawing/2014/main" id="{B9CE7A72-5FAA-850F-4DE9-5FBFF4C4F9F4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4">
              <a:extLst>
                <a:ext uri="{FF2B5EF4-FFF2-40B4-BE49-F238E27FC236}">
                  <a16:creationId xmlns:a16="http://schemas.microsoft.com/office/drawing/2014/main" id="{EF9E3592-0E5A-A07C-617B-8B31526DCC2B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5">
              <a:extLst>
                <a:ext uri="{FF2B5EF4-FFF2-40B4-BE49-F238E27FC236}">
                  <a16:creationId xmlns:a16="http://schemas.microsoft.com/office/drawing/2014/main" id="{1B8FC497-250B-91C5-DC63-9A3B27DF9214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6">
              <a:extLst>
                <a:ext uri="{FF2B5EF4-FFF2-40B4-BE49-F238E27FC236}">
                  <a16:creationId xmlns:a16="http://schemas.microsoft.com/office/drawing/2014/main" id="{0BE2F7D8-5EF1-081E-B655-2285B3642EAE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93120177-2956-3649-3E65-398DE3A21E6A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AA1C1612-96CB-293D-AF37-C7300255D7D3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4CEE326D-0387-3527-E574-924C24841A55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50E5DB6B-C2A5-B5E0-2EDD-ADE25AD80D1E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205275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Sub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0485AC9A-7605-A41B-0941-17D849030A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60291" y="1743084"/>
            <a:ext cx="4013783" cy="299442"/>
          </a:xfrm>
          <a:noFill/>
        </p:spPr>
        <p:txBody>
          <a:bodyPr wrap="square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37FF109D-8759-851B-19AD-B581AB21D82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560291" y="2693069"/>
            <a:ext cx="4013783" cy="299442"/>
          </a:xfrm>
          <a:noFill/>
        </p:spPr>
        <p:txBody>
          <a:bodyPr wrap="square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15889A9E-C672-6D2C-79B8-DEE8189478A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698254" y="1743084"/>
            <a:ext cx="4013783" cy="299442"/>
          </a:xfrm>
          <a:noFill/>
        </p:spPr>
        <p:txBody>
          <a:bodyPr wrap="square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828B2E44-E049-1FF3-0448-2E6B04538B8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98254" y="2693069"/>
            <a:ext cx="4013783" cy="299442"/>
          </a:xfrm>
          <a:noFill/>
        </p:spPr>
        <p:txBody>
          <a:bodyPr wrap="square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AD857824-566F-7F74-FCE2-41C04321676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560291" y="3643054"/>
            <a:ext cx="4013783" cy="299442"/>
          </a:xfrm>
          <a:noFill/>
        </p:spPr>
        <p:txBody>
          <a:bodyPr wrap="square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6DCB4EFF-C79E-7542-FFF1-9299D7518FD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698254" y="3643054"/>
            <a:ext cx="4013783" cy="299442"/>
          </a:xfrm>
          <a:noFill/>
        </p:spPr>
        <p:txBody>
          <a:bodyPr wrap="square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C17D32C0-68B2-E6C4-F9F4-62CD6279C4D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560291" y="4593039"/>
            <a:ext cx="4013783" cy="299442"/>
          </a:xfrm>
          <a:noFill/>
        </p:spPr>
        <p:txBody>
          <a:bodyPr wrap="square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39" name="Text Placeholder 23">
            <a:extLst>
              <a:ext uri="{FF2B5EF4-FFF2-40B4-BE49-F238E27FC236}">
                <a16:creationId xmlns:a16="http://schemas.microsoft.com/office/drawing/2014/main" id="{7775280F-3AD3-94C1-57E3-7E1816D2C64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698254" y="4593039"/>
            <a:ext cx="4013783" cy="299442"/>
          </a:xfrm>
          <a:noFill/>
        </p:spPr>
        <p:txBody>
          <a:bodyPr wrap="square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44" name="Text Placeholder 23">
            <a:extLst>
              <a:ext uri="{FF2B5EF4-FFF2-40B4-BE49-F238E27FC236}">
                <a16:creationId xmlns:a16="http://schemas.microsoft.com/office/drawing/2014/main" id="{00A7A2CE-CC82-26CB-EA06-2B2B1F018A5C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560291" y="5543024"/>
            <a:ext cx="4013783" cy="299442"/>
          </a:xfrm>
          <a:noFill/>
        </p:spPr>
        <p:txBody>
          <a:bodyPr wrap="square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45" name="Text Placeholder 23">
            <a:extLst>
              <a:ext uri="{FF2B5EF4-FFF2-40B4-BE49-F238E27FC236}">
                <a16:creationId xmlns:a16="http://schemas.microsoft.com/office/drawing/2014/main" id="{83DE3F21-0E35-00AF-FC92-FFFC2843CBB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698254" y="5543024"/>
            <a:ext cx="4013783" cy="299442"/>
          </a:xfrm>
          <a:noFill/>
        </p:spPr>
        <p:txBody>
          <a:bodyPr wrap="square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1800" b="0" dirty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>
              <a:lnSpc>
                <a:spcPts val="1800"/>
              </a:lnSpc>
              <a:spcAft>
                <a:spcPts val="800"/>
              </a:spcAft>
              <a:buClr>
                <a:srgbClr val="0081FF"/>
              </a:buClr>
              <a:buSzPct val="110000"/>
            </a:pPr>
            <a:r>
              <a:rPr lang="en-US"/>
              <a:t>Section heading (1 line – 18pt)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5E2B8EB-BACC-26E2-5BB0-956707C2005C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10213" y="1636713"/>
            <a:ext cx="566738" cy="512762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8373A094-733D-341F-42DC-7B75EDD1F97D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10213" y="2582740"/>
            <a:ext cx="566738" cy="512762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7E44C06B-F04A-8C9B-3DE6-80E139D73F9B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10213" y="3527539"/>
            <a:ext cx="566738" cy="512762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69B16AE1-625D-D0CE-FC11-B26E7620A077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0213" y="4486379"/>
            <a:ext cx="566738" cy="512762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1D37CD79-9168-D185-4919-2D369B4886E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10213" y="5439053"/>
            <a:ext cx="566738" cy="512762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917FEBD9-6A50-5CD0-5E2C-1299022BAEC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6946853" y="1636713"/>
            <a:ext cx="566738" cy="512762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6247D991-EA2C-8B1E-D166-0B9D17815FF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946853" y="2582740"/>
            <a:ext cx="566738" cy="512762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1FEEAC25-D056-2ACA-B974-2EEFD8F47D13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946853" y="3527539"/>
            <a:ext cx="566738" cy="512762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16745534-EF51-A663-3371-53C8387FEA0C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946853" y="4486379"/>
            <a:ext cx="566738" cy="512762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ED714241-F32F-DFEB-DAD3-AB785523EE66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6946853" y="5439053"/>
            <a:ext cx="566738" cy="512762"/>
          </a:xfrm>
          <a:prstGeom prst="roundRect">
            <a:avLst/>
          </a:prstGeom>
          <a:ln w="12700">
            <a:solidFill>
              <a:srgbClr val="8BC7FF"/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/>
              <a:t>No.</a:t>
            </a:r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9FE10D-1AF2-B52F-62CB-BB65078BFE0B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30F21E1-C5DC-B729-90A1-07C537529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659D3A25-873F-41B9-FC41-5AA6106D50A2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A230A0-B023-2A34-CBFE-F9D3881DD6EC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D1529CE-0C2D-F760-E24D-21772B867DAD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4DD3AB6-8C0B-19C0-3969-01C4D308D6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D2173457-5772-9E1C-F481-27FA42E224CE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4">
              <a:extLst>
                <a:ext uri="{FF2B5EF4-FFF2-40B4-BE49-F238E27FC236}">
                  <a16:creationId xmlns:a16="http://schemas.microsoft.com/office/drawing/2014/main" id="{D6DC70C9-279D-ADED-AC06-85639644D16D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E962322C-77FF-7F6F-2AEC-4D3470558F83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119E98D5-A954-EE9A-BD25-7ECEB2D5ECB3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7">
              <a:extLst>
                <a:ext uri="{FF2B5EF4-FFF2-40B4-BE49-F238E27FC236}">
                  <a16:creationId xmlns:a16="http://schemas.microsoft.com/office/drawing/2014/main" id="{7EAF1021-910B-95CF-B9BA-8D5D053A3F1C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8">
              <a:extLst>
                <a:ext uri="{FF2B5EF4-FFF2-40B4-BE49-F238E27FC236}">
                  <a16:creationId xmlns:a16="http://schemas.microsoft.com/office/drawing/2014/main" id="{E178F7FA-C2BC-DDDC-49C7-0E9EBFF356FD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9">
              <a:extLst>
                <a:ext uri="{FF2B5EF4-FFF2-40B4-BE49-F238E27FC236}">
                  <a16:creationId xmlns:a16="http://schemas.microsoft.com/office/drawing/2014/main" id="{7813A47E-2612-C924-C0BC-5773B856DB0C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40">
              <a:extLst>
                <a:ext uri="{FF2B5EF4-FFF2-40B4-BE49-F238E27FC236}">
                  <a16:creationId xmlns:a16="http://schemas.microsoft.com/office/drawing/2014/main" id="{7AA47A8B-4FB9-C91E-E9AE-F505BA21A312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402459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7B350F3-FE86-C437-D31E-4E948FED5D8D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8F7FDC2-A258-BED8-0444-E36975E121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6B36113-C674-8DB1-E63E-94AA5C5B4CD9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08BC8D-65FF-992C-D0D4-F85AA980D83C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4B1104-7F75-0229-B995-F3D0038AF3B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48">
            <a:extLst>
              <a:ext uri="{FF2B5EF4-FFF2-40B4-BE49-F238E27FC236}">
                <a16:creationId xmlns:a16="http://schemas.microsoft.com/office/drawing/2014/main" id="{0648F0CD-7965-8303-E74A-F77885794D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0088" y="1181879"/>
            <a:ext cx="11022976" cy="70485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1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lnSpc>
                <a:spcPct val="120000"/>
              </a:lnSpc>
              <a:buNone/>
              <a:defRPr sz="1600"/>
            </a:lvl2pPr>
            <a:lvl3pPr marL="914400" indent="0">
              <a:lnSpc>
                <a:spcPct val="120000"/>
              </a:lnSpc>
              <a:buNone/>
              <a:defRPr sz="1600"/>
            </a:lvl3pPr>
            <a:lvl4pPr marL="1371600" indent="0">
              <a:lnSpc>
                <a:spcPct val="120000"/>
              </a:lnSpc>
              <a:buNone/>
              <a:defRPr sz="1600"/>
            </a:lvl4pPr>
            <a:lvl5pPr marL="1828800" indent="0">
              <a:lnSpc>
                <a:spcPct val="120000"/>
              </a:lnSpc>
              <a:buNone/>
              <a:defRPr sz="1600"/>
            </a:lvl5pPr>
          </a:lstStyle>
          <a:p>
            <a:pPr marL="0" lvl="0" indent="0">
              <a:lnSpc>
                <a:spcPct val="120000"/>
              </a:lnSpc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48F3FB-4990-0091-F5B7-15A086CB0C9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330C4B1E-2245-7628-A9EC-2309D10AD063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" name="Freeform: Shape 34">
              <a:extLst>
                <a:ext uri="{FF2B5EF4-FFF2-40B4-BE49-F238E27FC236}">
                  <a16:creationId xmlns:a16="http://schemas.microsoft.com/office/drawing/2014/main" id="{3DC90543-F2E7-A50C-C072-435B77488F6A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5">
              <a:extLst>
                <a:ext uri="{FF2B5EF4-FFF2-40B4-BE49-F238E27FC236}">
                  <a16:creationId xmlns:a16="http://schemas.microsoft.com/office/drawing/2014/main" id="{3BC37EA9-76FA-87AE-0E60-FED139FAF231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6">
              <a:extLst>
                <a:ext uri="{FF2B5EF4-FFF2-40B4-BE49-F238E27FC236}">
                  <a16:creationId xmlns:a16="http://schemas.microsoft.com/office/drawing/2014/main" id="{AD07C906-3C7E-E88A-6A2F-43BA98446CFC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7">
              <a:extLst>
                <a:ext uri="{FF2B5EF4-FFF2-40B4-BE49-F238E27FC236}">
                  <a16:creationId xmlns:a16="http://schemas.microsoft.com/office/drawing/2014/main" id="{13E229D4-8722-6235-A5F5-70C834CA5252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0184EEE2-3606-AD66-B4A1-EC8CF3DE3E5F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9">
              <a:extLst>
                <a:ext uri="{FF2B5EF4-FFF2-40B4-BE49-F238E27FC236}">
                  <a16:creationId xmlns:a16="http://schemas.microsoft.com/office/drawing/2014/main" id="{1A4F4FE3-6CD8-80B1-0388-20A3C9629736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40">
              <a:extLst>
                <a:ext uri="{FF2B5EF4-FFF2-40B4-BE49-F238E27FC236}">
                  <a16:creationId xmlns:a16="http://schemas.microsoft.com/office/drawing/2014/main" id="{00DBBD88-ED45-104B-E2AB-46E358A10EF6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854432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818BF7A-4352-8805-E16A-B89387036547}"/>
              </a:ext>
            </a:extLst>
          </p:cNvPr>
          <p:cNvSpPr/>
          <p:nvPr userDrawn="1"/>
        </p:nvSpPr>
        <p:spPr>
          <a:xfrm>
            <a:off x="468928" y="602789"/>
            <a:ext cx="115645" cy="807784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29D8938-E3B2-C2CA-9A9B-31C64BE9B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2" y="560380"/>
            <a:ext cx="11020197" cy="8926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28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Long Title Goes Here – Font Size: 28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89CDE01D-A376-7F4A-1273-55D24CC814D5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3FFEC8-0ED1-3D28-9F99-DDE53AA786CA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C800F0-70F2-D855-6A18-9B11EF5B5D8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1BC77A1-5E8B-AD28-31C3-7C672F75CDB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CBE6AE1D-0F9A-B4A7-63AF-D8B4D0CB1854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" name="Freeform: Shape 34">
              <a:extLst>
                <a:ext uri="{FF2B5EF4-FFF2-40B4-BE49-F238E27FC236}">
                  <a16:creationId xmlns:a16="http://schemas.microsoft.com/office/drawing/2014/main" id="{F7031E38-3F3D-D44B-F280-BAAA1F75BB30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5">
              <a:extLst>
                <a:ext uri="{FF2B5EF4-FFF2-40B4-BE49-F238E27FC236}">
                  <a16:creationId xmlns:a16="http://schemas.microsoft.com/office/drawing/2014/main" id="{3E8E7B3E-95E6-A523-7661-79D0494EC64E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6">
              <a:extLst>
                <a:ext uri="{FF2B5EF4-FFF2-40B4-BE49-F238E27FC236}">
                  <a16:creationId xmlns:a16="http://schemas.microsoft.com/office/drawing/2014/main" id="{10FEB669-6E43-239C-048A-642F18E9D293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7">
              <a:extLst>
                <a:ext uri="{FF2B5EF4-FFF2-40B4-BE49-F238E27FC236}">
                  <a16:creationId xmlns:a16="http://schemas.microsoft.com/office/drawing/2014/main" id="{A8353118-AC6B-D70C-28DA-6C880E208D2D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2F6A8CF8-D0A8-7CD7-7C04-E2CD076D832A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9">
              <a:extLst>
                <a:ext uri="{FF2B5EF4-FFF2-40B4-BE49-F238E27FC236}">
                  <a16:creationId xmlns:a16="http://schemas.microsoft.com/office/drawing/2014/main" id="{3D8B291E-85CA-01ED-8DF8-6C77E0666C4B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40">
              <a:extLst>
                <a:ext uri="{FF2B5EF4-FFF2-40B4-BE49-F238E27FC236}">
                  <a16:creationId xmlns:a16="http://schemas.microsoft.com/office/drawing/2014/main" id="{6F8840B0-2723-3273-37AC-39F96F900CF2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531925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vy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094B62E-77C6-591D-2E87-1D6D839CA4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483" y="1504593"/>
            <a:ext cx="11012579" cy="4799418"/>
          </a:xfrm>
        </p:spPr>
        <p:txBody>
          <a:bodyPr>
            <a:noAutofit/>
          </a:bodyPr>
          <a:lstStyle>
            <a:lvl1pPr marL="182563" indent="-182563">
              <a:lnSpc>
                <a:spcPct val="120000"/>
              </a:lnSpc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E0AF2B-04B9-1615-A528-F30580BF2714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B509684-DC0D-38BE-91A5-DE9F3DC745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C904D43-7842-8291-97C4-2440BC26533F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5FC6A3-5C19-A084-E87D-F92D1D648A11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476EFB-59FE-F3EE-C602-4061833FACC2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4120A13-73C0-7414-CE54-9231EF8D867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4" name="Freeform: Shape 33">
              <a:extLst>
                <a:ext uri="{FF2B5EF4-FFF2-40B4-BE49-F238E27FC236}">
                  <a16:creationId xmlns:a16="http://schemas.microsoft.com/office/drawing/2014/main" id="{3954DF5E-D1E2-9D51-27E1-BC1131F088C2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4">
              <a:extLst>
                <a:ext uri="{FF2B5EF4-FFF2-40B4-BE49-F238E27FC236}">
                  <a16:creationId xmlns:a16="http://schemas.microsoft.com/office/drawing/2014/main" id="{1C5696B3-77D6-87F1-439A-772D1FAF95DC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79E803FE-5CA8-8A61-9DF6-44D80857834F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A99E85A7-C265-512E-1316-A574743157FC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7">
              <a:extLst>
                <a:ext uri="{FF2B5EF4-FFF2-40B4-BE49-F238E27FC236}">
                  <a16:creationId xmlns:a16="http://schemas.microsoft.com/office/drawing/2014/main" id="{BE8BA056-2BC3-6AAB-8A49-06DDD780A15B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8">
              <a:extLst>
                <a:ext uri="{FF2B5EF4-FFF2-40B4-BE49-F238E27FC236}">
                  <a16:creationId xmlns:a16="http://schemas.microsoft.com/office/drawing/2014/main" id="{8BB484FF-B0C9-6441-72DA-869797243203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9">
              <a:extLst>
                <a:ext uri="{FF2B5EF4-FFF2-40B4-BE49-F238E27FC236}">
                  <a16:creationId xmlns:a16="http://schemas.microsoft.com/office/drawing/2014/main" id="{174956EA-7E56-312A-C091-8D5C1B9256B7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40">
              <a:extLst>
                <a:ext uri="{FF2B5EF4-FFF2-40B4-BE49-F238E27FC236}">
                  <a16:creationId xmlns:a16="http://schemas.microsoft.com/office/drawing/2014/main" id="{F6EFEA7D-3207-880E-A768-4C5DE295968B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162290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v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094B62E-77C6-591D-2E87-1D6D839CA4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483" y="1504592"/>
            <a:ext cx="11012579" cy="4808768"/>
          </a:xfrm>
        </p:spPr>
        <p:txBody>
          <a:bodyPr numCol="2" spcCol="288000">
            <a:noAutofit/>
          </a:bodyPr>
          <a:lstStyle>
            <a:lvl1pPr marL="182563" indent="-182563">
              <a:lnSpc>
                <a:spcPct val="120000"/>
              </a:lnSpc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marL="182563" marR="0" lvl="0" indent="-182563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marL="182563" marR="0" lvl="0" indent="-182563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marL="182563" marR="0" lvl="0" indent="-182563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marL="182563" marR="0" lvl="0" indent="-182563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marL="182563" marR="0" lvl="0" indent="-182563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marL="182563" marR="0" lvl="0" indent="-182563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marL="182563" marR="0" lvl="0" indent="-182563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lvl="0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0EF3E6-5A72-51E8-50DC-333E6F83ACFA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E3221F-C3D3-C9B8-F7D3-59EEE62E2B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D79C3C54-1096-0BEE-B31E-0B08CC4274A2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97E23D-6883-114F-6B3A-0C9F8F3624C8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A52F4B-5BFE-9F55-EB01-EBA37D0C98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90E23DE-BE29-A96F-494A-B62F07DF298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4" name="Freeform: Shape 33">
              <a:extLst>
                <a:ext uri="{FF2B5EF4-FFF2-40B4-BE49-F238E27FC236}">
                  <a16:creationId xmlns:a16="http://schemas.microsoft.com/office/drawing/2014/main" id="{A7DA69C2-5BA5-11E1-61BD-9E8E680EC7E3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4">
              <a:extLst>
                <a:ext uri="{FF2B5EF4-FFF2-40B4-BE49-F238E27FC236}">
                  <a16:creationId xmlns:a16="http://schemas.microsoft.com/office/drawing/2014/main" id="{963695A2-FE50-20A5-EF89-D21170DFFD97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AC791522-0F9C-7835-2691-C2DF17ABBEDC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D5C7CE58-E8CC-6432-3978-F080D6426226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7">
              <a:extLst>
                <a:ext uri="{FF2B5EF4-FFF2-40B4-BE49-F238E27FC236}">
                  <a16:creationId xmlns:a16="http://schemas.microsoft.com/office/drawing/2014/main" id="{693940FC-7594-9B7B-BA89-2C1493AED01A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8">
              <a:extLst>
                <a:ext uri="{FF2B5EF4-FFF2-40B4-BE49-F238E27FC236}">
                  <a16:creationId xmlns:a16="http://schemas.microsoft.com/office/drawing/2014/main" id="{81DDE54D-D06D-0136-8D7A-8CAB25F1B64D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9">
              <a:extLst>
                <a:ext uri="{FF2B5EF4-FFF2-40B4-BE49-F238E27FC236}">
                  <a16:creationId xmlns:a16="http://schemas.microsoft.com/office/drawing/2014/main" id="{4C56480E-B071-ECF5-B96C-E9F87302F0E7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40">
              <a:extLst>
                <a:ext uri="{FF2B5EF4-FFF2-40B4-BE49-F238E27FC236}">
                  <a16:creationId xmlns:a16="http://schemas.microsoft.com/office/drawing/2014/main" id="{12F156A2-0CB3-691B-A502-94B1348291B8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539138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Layou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DFF060B-B3CB-5145-67E2-3C135C0825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088" y="2488943"/>
            <a:ext cx="5040955" cy="3363088"/>
          </a:xfrm>
        </p:spPr>
        <p:txBody>
          <a:bodyPr>
            <a:noAutofit/>
          </a:bodyPr>
          <a:lstStyle>
            <a:lvl1pPr marL="173038" indent="-173038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  <a:p>
            <a:pPr lvl="0"/>
            <a:r>
              <a:rPr lang="en-US"/>
              <a:t>Font Size: 16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04B40B7-2C8E-56E0-EF38-70F441FED6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85610" y="2488943"/>
            <a:ext cx="5040955" cy="336308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600" dirty="0"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173038" lvl="0" indent="-173038">
              <a:lnSpc>
                <a:spcPct val="100000"/>
              </a:lnSpc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  <a:p>
            <a:pPr marL="173038" lvl="0" indent="-173038">
              <a:lnSpc>
                <a:spcPct val="100000"/>
              </a:lnSpc>
            </a:pPr>
            <a:r>
              <a:rPr lang="en-US"/>
              <a:t>Font Size: 16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0B94438-3D45-0B72-F179-8235169B8E36}"/>
              </a:ext>
            </a:extLst>
          </p:cNvPr>
          <p:cNvCxnSpPr>
            <a:cxnSpLocks/>
          </p:cNvCxnSpPr>
          <p:nvPr userDrawn="1"/>
        </p:nvCxnSpPr>
        <p:spPr>
          <a:xfrm>
            <a:off x="6226626" y="1910398"/>
            <a:ext cx="0" cy="4073713"/>
          </a:xfrm>
          <a:prstGeom prst="line">
            <a:avLst/>
          </a:prstGeom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88CBB72-DEBE-5F02-81FE-4DF10D26A1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0088" y="1910398"/>
            <a:ext cx="5040312" cy="619185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Heading Goes Here- Font Size: 18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85E4C88-D28F-357D-0C6B-47332F3351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5610" y="1910398"/>
            <a:ext cx="5040312" cy="619185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Heading Goes Here- Font Size: 18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28153B-1458-81C6-0A38-699D8A60AE65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E3ECFC0-6B17-EADC-4B5F-2B0AD7727C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1BDBCC5-EA72-9A9F-8396-8EAB19F56B81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861A21-0D9D-3C29-1957-6ABE22AA8C21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F723C45-04CC-7F87-0919-AB7EC49A14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EDE7A48-317B-C9CA-7027-57B613778D3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5" name="Freeform: Shape 33">
              <a:extLst>
                <a:ext uri="{FF2B5EF4-FFF2-40B4-BE49-F238E27FC236}">
                  <a16:creationId xmlns:a16="http://schemas.microsoft.com/office/drawing/2014/main" id="{93848AA5-FB60-10EA-70A9-192E000DDE64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4">
              <a:extLst>
                <a:ext uri="{FF2B5EF4-FFF2-40B4-BE49-F238E27FC236}">
                  <a16:creationId xmlns:a16="http://schemas.microsoft.com/office/drawing/2014/main" id="{3C8BEBB5-6C26-FD5A-0FFD-944F8696BF0B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5">
              <a:extLst>
                <a:ext uri="{FF2B5EF4-FFF2-40B4-BE49-F238E27FC236}">
                  <a16:creationId xmlns:a16="http://schemas.microsoft.com/office/drawing/2014/main" id="{1C5937F1-F462-680B-B8B5-E0EA0626621F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6">
              <a:extLst>
                <a:ext uri="{FF2B5EF4-FFF2-40B4-BE49-F238E27FC236}">
                  <a16:creationId xmlns:a16="http://schemas.microsoft.com/office/drawing/2014/main" id="{BAB1EBC5-1BDC-D3A7-FD59-D9EB275FB732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E5C93E81-B436-B030-C1F6-5F857F20604F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08A75F20-4919-1682-A470-EE31C77DE822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ADF9C49F-1CED-32BA-88B9-B9FDB1E7B6E0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A537A841-2F9E-2203-5468-03C4615EFC6C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18343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Layout Without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75F8D-C9A5-B382-AA8C-3BDE43242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0323" y="1687431"/>
            <a:ext cx="5197557" cy="4291820"/>
          </a:xfrm>
        </p:spPr>
        <p:txBody>
          <a:bodyPr>
            <a:normAutofit/>
          </a:bodyPr>
          <a:lstStyle>
            <a:lvl1pPr marL="173038" indent="-173038">
              <a:buFont typeface="Arial" panose="020B0604020202020204" pitchFamily="34" charset="0"/>
              <a:buChar char="•"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657350" indent="-285750">
              <a:buFont typeface="Arial" panose="020B0604020202020204" pitchFamily="34" charset="0"/>
              <a:buChar char="•"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8D39997-0DC8-DA55-1E4C-09B75046A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07234" y="1687431"/>
            <a:ext cx="5241352" cy="4291820"/>
          </a:xfrm>
        </p:spPr>
        <p:txBody>
          <a:bodyPr>
            <a:normAutofit/>
          </a:bodyPr>
          <a:lstStyle>
            <a:lvl1pPr marL="173038" indent="-173038">
              <a:buFont typeface="Arial" panose="020B0604020202020204" pitchFamily="34" charset="0"/>
              <a:buChar char="•"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657350" indent="-285750">
              <a:buFont typeface="Arial" panose="020B0604020202020204" pitchFamily="34" charset="0"/>
              <a:buChar char="•"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4912991-A2C1-7577-4D7F-D2FBB3D66750}"/>
              </a:ext>
            </a:extLst>
          </p:cNvPr>
          <p:cNvCxnSpPr>
            <a:cxnSpLocks/>
          </p:cNvCxnSpPr>
          <p:nvPr userDrawn="1"/>
        </p:nvCxnSpPr>
        <p:spPr>
          <a:xfrm>
            <a:off x="6215741" y="1667110"/>
            <a:ext cx="0" cy="4548187"/>
          </a:xfrm>
          <a:prstGeom prst="line">
            <a:avLst/>
          </a:prstGeom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B5059B2-941A-90C8-B15D-42FA711A0AC4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D09B892-F509-EC1F-443B-209B1CEC5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090EE0E6-D6B2-C0E6-5631-39BE10E3ACD2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2F6025-6E4E-D3BA-148E-F846AA7C2E8D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ADFEA4-F852-437F-D376-AC321C4D7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21199CB-564B-4C05-199F-DBC77663B0D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5" name="Freeform: Shape 33">
              <a:extLst>
                <a:ext uri="{FF2B5EF4-FFF2-40B4-BE49-F238E27FC236}">
                  <a16:creationId xmlns:a16="http://schemas.microsoft.com/office/drawing/2014/main" id="{68EFD9D6-4B38-8066-5A8D-72BE88C98605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4">
              <a:extLst>
                <a:ext uri="{FF2B5EF4-FFF2-40B4-BE49-F238E27FC236}">
                  <a16:creationId xmlns:a16="http://schemas.microsoft.com/office/drawing/2014/main" id="{CE2A0CE6-2F4D-B763-A076-61BAEBEE2C76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5">
              <a:extLst>
                <a:ext uri="{FF2B5EF4-FFF2-40B4-BE49-F238E27FC236}">
                  <a16:creationId xmlns:a16="http://schemas.microsoft.com/office/drawing/2014/main" id="{B118F4D8-035E-D330-CE1B-BE9D3A279B7F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6">
              <a:extLst>
                <a:ext uri="{FF2B5EF4-FFF2-40B4-BE49-F238E27FC236}">
                  <a16:creationId xmlns:a16="http://schemas.microsoft.com/office/drawing/2014/main" id="{81934579-7887-8959-3A82-562722BB71F7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67BFC91E-265E-EC93-5131-A7E75B001E0D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C7D6BFC3-BA15-BBAD-83A2-BAA35C317308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39">
              <a:extLst>
                <a:ext uri="{FF2B5EF4-FFF2-40B4-BE49-F238E27FC236}">
                  <a16:creationId xmlns:a16="http://schemas.microsoft.com/office/drawing/2014/main" id="{537709DC-0C03-4B89-E199-BB8514103024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40">
              <a:extLst>
                <a:ext uri="{FF2B5EF4-FFF2-40B4-BE49-F238E27FC236}">
                  <a16:creationId xmlns:a16="http://schemas.microsoft.com/office/drawing/2014/main" id="{E9C84006-4D4A-237B-A4D3-DE9685690AA7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063011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DFF060B-B3CB-5145-67E2-3C135C0825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089" y="2604214"/>
            <a:ext cx="3284864" cy="3257327"/>
          </a:xfrm>
        </p:spPr>
        <p:txBody>
          <a:bodyPr>
            <a:noAutofit/>
          </a:bodyPr>
          <a:lstStyle>
            <a:lvl1pPr marL="173038" indent="-173038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  <a:p>
            <a:pPr lvl="0"/>
            <a:r>
              <a:rPr lang="en-US"/>
              <a:t>Font Size: 14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0B94438-3D45-0B72-F179-8235169B8E36}"/>
              </a:ext>
            </a:extLst>
          </p:cNvPr>
          <p:cNvCxnSpPr>
            <a:cxnSpLocks/>
          </p:cNvCxnSpPr>
          <p:nvPr userDrawn="1"/>
        </p:nvCxnSpPr>
        <p:spPr>
          <a:xfrm>
            <a:off x="4274097" y="2027526"/>
            <a:ext cx="0" cy="3854368"/>
          </a:xfrm>
          <a:prstGeom prst="line">
            <a:avLst/>
          </a:prstGeom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483BF2-EE7F-A7B1-811B-63E5D915E1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2610" y="2624567"/>
            <a:ext cx="3284864" cy="325732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600" dirty="0"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173038" lvl="0" indent="-173038">
              <a:lnSpc>
                <a:spcPct val="100000"/>
              </a:lnSpc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  <a:p>
            <a:pPr marL="173038" lvl="0" indent="-173038">
              <a:lnSpc>
                <a:spcPct val="100000"/>
              </a:lnSpc>
            </a:pPr>
            <a:r>
              <a:rPr lang="en-US"/>
              <a:t>Font Size: 14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D2F17D7-B2A5-F4E5-3757-ED82DD39D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467" y="2615100"/>
            <a:ext cx="3284864" cy="325732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600" dirty="0"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marL="173038" lvl="0" indent="-173038">
              <a:lnSpc>
                <a:spcPct val="100000"/>
              </a:lnSpc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  <a:p>
            <a:pPr marL="173038" lvl="0" indent="-173038">
              <a:lnSpc>
                <a:spcPct val="100000"/>
              </a:lnSpc>
            </a:pPr>
            <a:r>
              <a:rPr lang="en-US"/>
              <a:t>Font Size: 14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B655CAC-A812-E10A-B0B9-0709DA980689}"/>
              </a:ext>
            </a:extLst>
          </p:cNvPr>
          <p:cNvCxnSpPr>
            <a:cxnSpLocks/>
          </p:cNvCxnSpPr>
          <p:nvPr userDrawn="1"/>
        </p:nvCxnSpPr>
        <p:spPr>
          <a:xfrm>
            <a:off x="8143892" y="2058670"/>
            <a:ext cx="0" cy="3854368"/>
          </a:xfrm>
          <a:prstGeom prst="line">
            <a:avLst/>
          </a:prstGeom>
          <a:ln w="31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9B6BC7DD-74BD-2D04-9323-99C080C737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0088" y="2058670"/>
            <a:ext cx="3284864" cy="5461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Heading Goes Here- Font Size: 18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E2931567-A952-4E58-6FC3-479EF5BC88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0278" y="2058670"/>
            <a:ext cx="3284864" cy="5461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Heading Goes Here- Font Size: 18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792BC30A-5994-F5D7-8E5C-372F2A75EF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0467" y="2058670"/>
            <a:ext cx="3284864" cy="5461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Heading Goes Here- Font Size: 18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C3D0B5-D105-AFA8-8544-91793CF9B5D8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E17AD37-385F-CF35-C105-8585525768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E8A408D-FFAE-C597-9F59-7D6DD1434231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CCA7CB-D8A8-C594-AA6A-7BCD8259BE6F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2A12502-5067-E625-F73E-7CCB6FE6EF7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7CC27BF-B3D2-462E-F6DA-4DFF6142F1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FC92113B-76E2-C37E-0D7A-1BF7FE0979FE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4">
              <a:extLst>
                <a:ext uri="{FF2B5EF4-FFF2-40B4-BE49-F238E27FC236}">
                  <a16:creationId xmlns:a16="http://schemas.microsoft.com/office/drawing/2014/main" id="{4CE929F4-9138-53EB-734A-391DBEA713B4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48332EFD-0894-577B-E451-96E27AAAD98A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8E1344AC-405D-B6E2-09C7-2C69B2532A7A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7">
              <a:extLst>
                <a:ext uri="{FF2B5EF4-FFF2-40B4-BE49-F238E27FC236}">
                  <a16:creationId xmlns:a16="http://schemas.microsoft.com/office/drawing/2014/main" id="{EC8E30A3-CD07-C8AA-056F-67384CE71211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8">
              <a:extLst>
                <a:ext uri="{FF2B5EF4-FFF2-40B4-BE49-F238E27FC236}">
                  <a16:creationId xmlns:a16="http://schemas.microsoft.com/office/drawing/2014/main" id="{E79765A0-D0DF-80A7-2A6B-0102D0DB3FBC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9">
              <a:extLst>
                <a:ext uri="{FF2B5EF4-FFF2-40B4-BE49-F238E27FC236}">
                  <a16:creationId xmlns:a16="http://schemas.microsoft.com/office/drawing/2014/main" id="{4895F504-E0A4-0221-D054-065F0BCAD847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40">
              <a:extLst>
                <a:ext uri="{FF2B5EF4-FFF2-40B4-BE49-F238E27FC236}">
                  <a16:creationId xmlns:a16="http://schemas.microsoft.com/office/drawing/2014/main" id="{8A3AD869-431E-32C6-E86C-781DC4DD685A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49095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D23191F-AE7C-28DF-5794-6DD7995064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44946" y="0"/>
            <a:ext cx="5047053" cy="6858000"/>
          </a:xfr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to add image</a:t>
            </a:r>
            <a:endParaRPr lang="en-IN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B090205-85C6-A603-421C-E0BD9215B5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088" y="1534937"/>
            <a:ext cx="5992008" cy="4328192"/>
          </a:xfrm>
        </p:spPr>
        <p:txBody>
          <a:bodyPr>
            <a:noAutofit/>
          </a:bodyPr>
          <a:lstStyle>
            <a:lvl1pPr marL="173038" indent="-173038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lvl="0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A48046-909C-910D-5DC0-D35F48C58F9D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9BAC254-7ADF-3AAE-3D92-BD7E96CC26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5991772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18C72B-8BB9-2AE1-626B-AA2750F44D84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08409A-5BF0-F53C-98FF-AAD610C0EE77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A70308-E7F9-1633-16D9-1EF5EF694F6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8E00B31-C625-6011-CF3B-4CB67E1B086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044B81C8-94F7-7F23-6037-F69B44E86334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" name="Freeform: Shape 34">
              <a:extLst>
                <a:ext uri="{FF2B5EF4-FFF2-40B4-BE49-F238E27FC236}">
                  <a16:creationId xmlns:a16="http://schemas.microsoft.com/office/drawing/2014/main" id="{1A878468-8371-08C6-CEA9-8B6999975924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5">
              <a:extLst>
                <a:ext uri="{FF2B5EF4-FFF2-40B4-BE49-F238E27FC236}">
                  <a16:creationId xmlns:a16="http://schemas.microsoft.com/office/drawing/2014/main" id="{5F85B5ED-A17D-6F1F-8491-E94210EFE90D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6">
              <a:extLst>
                <a:ext uri="{FF2B5EF4-FFF2-40B4-BE49-F238E27FC236}">
                  <a16:creationId xmlns:a16="http://schemas.microsoft.com/office/drawing/2014/main" id="{1B8829B0-2A16-EDE6-73D9-3C1CA49C0A26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7">
              <a:extLst>
                <a:ext uri="{FF2B5EF4-FFF2-40B4-BE49-F238E27FC236}">
                  <a16:creationId xmlns:a16="http://schemas.microsoft.com/office/drawing/2014/main" id="{8E7B39D8-B418-1797-FC2E-5FB378855075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8A89580B-160F-37D5-82BD-E62633A8C2D7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9">
              <a:extLst>
                <a:ext uri="{FF2B5EF4-FFF2-40B4-BE49-F238E27FC236}">
                  <a16:creationId xmlns:a16="http://schemas.microsoft.com/office/drawing/2014/main" id="{1D348167-4DB7-BA89-B3C2-AC394BDE12F5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40">
              <a:extLst>
                <a:ext uri="{FF2B5EF4-FFF2-40B4-BE49-F238E27FC236}">
                  <a16:creationId xmlns:a16="http://schemas.microsoft.com/office/drawing/2014/main" id="{4A8D7FCB-668C-2DEE-DF98-C6BD154FFEDA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51334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D23191F-AE7C-28DF-5794-6DD7995064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44946" y="0"/>
            <a:ext cx="5047053" cy="6858000"/>
          </a:xfr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to add image</a:t>
            </a:r>
            <a:endParaRPr lang="en-IN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B090205-85C6-A603-421C-E0BD9215B5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088" y="1534937"/>
            <a:ext cx="5992008" cy="432819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  <a:p>
            <a:pPr lvl="0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0525F6-DCBE-8815-B3B6-34A92058F386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29D9394-B85A-413A-E2F6-AB1EBCAEB3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6011551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49A6F19-C071-EEDE-B79D-DC89C10679A9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D720BC-B350-2152-56CD-BEE385369144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2BD88B-73B8-1832-1762-FC79D8DC53C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8B4971D-2DBC-C197-F224-F8490E17396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B96DFF45-4F20-A5EB-C3FC-4D4B8B91DD72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" name="Freeform: Shape 34">
              <a:extLst>
                <a:ext uri="{FF2B5EF4-FFF2-40B4-BE49-F238E27FC236}">
                  <a16:creationId xmlns:a16="http://schemas.microsoft.com/office/drawing/2014/main" id="{8A2B379C-D81E-9B2E-4F94-55677E675620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5">
              <a:extLst>
                <a:ext uri="{FF2B5EF4-FFF2-40B4-BE49-F238E27FC236}">
                  <a16:creationId xmlns:a16="http://schemas.microsoft.com/office/drawing/2014/main" id="{FF12F48B-ED81-7A22-CEC8-D3552BC96E3B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6">
              <a:extLst>
                <a:ext uri="{FF2B5EF4-FFF2-40B4-BE49-F238E27FC236}">
                  <a16:creationId xmlns:a16="http://schemas.microsoft.com/office/drawing/2014/main" id="{1D7085FA-37C1-3128-1C74-2CA53BDDD708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7">
              <a:extLst>
                <a:ext uri="{FF2B5EF4-FFF2-40B4-BE49-F238E27FC236}">
                  <a16:creationId xmlns:a16="http://schemas.microsoft.com/office/drawing/2014/main" id="{41430A48-27AA-826D-5543-4AB5DBBF95FC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D8DF8CC2-F4F8-2B37-2DBB-3D297134A90D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9">
              <a:extLst>
                <a:ext uri="{FF2B5EF4-FFF2-40B4-BE49-F238E27FC236}">
                  <a16:creationId xmlns:a16="http://schemas.microsoft.com/office/drawing/2014/main" id="{3BC33FE4-C340-40E6-B237-BD06426CCB77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40">
              <a:extLst>
                <a:ext uri="{FF2B5EF4-FFF2-40B4-BE49-F238E27FC236}">
                  <a16:creationId xmlns:a16="http://schemas.microsoft.com/office/drawing/2014/main" id="{26316645-1738-4D19-C581-1BDA39DCF8BC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893290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B1FD28EF-9C60-DB97-27C3-A00BC858E43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700088" y="1685348"/>
            <a:ext cx="7468552" cy="43924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to add table</a:t>
            </a:r>
            <a:endParaRPr lang="en-IN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A88A1CD-E0ED-A1CD-5DAA-E753A8745F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2457" y="2231448"/>
            <a:ext cx="3181675" cy="3837665"/>
          </a:xfrm>
        </p:spPr>
        <p:txBody>
          <a:bodyPr>
            <a:noAutofit/>
          </a:bodyPr>
          <a:lstStyle>
            <a:lvl1pPr marL="173038" indent="-173038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</a:t>
            </a:r>
          </a:p>
          <a:p>
            <a:pPr lvl="0"/>
            <a:r>
              <a:rPr lang="en-US"/>
              <a:t>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  <a:p>
            <a:pPr lvl="0"/>
            <a:r>
              <a:rPr lang="en-US"/>
              <a:t>Font Size: 16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A9F1C2F2-5D9D-B26C-FA88-D618F48920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2457" y="1685348"/>
            <a:ext cx="3181675" cy="5461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Heading Goes Here- 18 pts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F7B132-6318-A564-CBF4-98C6C35ECEDE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AF5E97E-F359-5E54-1A14-DDBA76FBDC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FFA93C0-2F26-80E6-682F-953171FDC002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9CC6D6-6E55-4AF0-93EE-F4A913C0BE2C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8B2B84-2957-291B-48FD-E61C8FAEAE1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06FFA7F-0DC9-E39C-F11F-E044A87813B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4" name="Freeform: Shape 33">
              <a:extLst>
                <a:ext uri="{FF2B5EF4-FFF2-40B4-BE49-F238E27FC236}">
                  <a16:creationId xmlns:a16="http://schemas.microsoft.com/office/drawing/2014/main" id="{5ED6A429-6C8F-9CBE-FEDF-0281E22B4F8E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4">
              <a:extLst>
                <a:ext uri="{FF2B5EF4-FFF2-40B4-BE49-F238E27FC236}">
                  <a16:creationId xmlns:a16="http://schemas.microsoft.com/office/drawing/2014/main" id="{E9D3D6CB-D4BE-0F2D-6869-09015D411A4A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5">
              <a:extLst>
                <a:ext uri="{FF2B5EF4-FFF2-40B4-BE49-F238E27FC236}">
                  <a16:creationId xmlns:a16="http://schemas.microsoft.com/office/drawing/2014/main" id="{163EC52D-8526-604A-54E9-3E27566ED16C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6">
              <a:extLst>
                <a:ext uri="{FF2B5EF4-FFF2-40B4-BE49-F238E27FC236}">
                  <a16:creationId xmlns:a16="http://schemas.microsoft.com/office/drawing/2014/main" id="{985FF31D-2536-B7DB-1F8F-566FD8D3C4F5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7">
              <a:extLst>
                <a:ext uri="{FF2B5EF4-FFF2-40B4-BE49-F238E27FC236}">
                  <a16:creationId xmlns:a16="http://schemas.microsoft.com/office/drawing/2014/main" id="{7AD7C5BE-BD52-21C2-05FC-83EF4F63F5DA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38">
              <a:extLst>
                <a:ext uri="{FF2B5EF4-FFF2-40B4-BE49-F238E27FC236}">
                  <a16:creationId xmlns:a16="http://schemas.microsoft.com/office/drawing/2014/main" id="{CCD9D9EE-3A97-1238-3410-A3CCEF87879C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39">
              <a:extLst>
                <a:ext uri="{FF2B5EF4-FFF2-40B4-BE49-F238E27FC236}">
                  <a16:creationId xmlns:a16="http://schemas.microsoft.com/office/drawing/2014/main" id="{B736E8EB-F1A7-956C-0A74-1DC55B64546C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40">
              <a:extLst>
                <a:ext uri="{FF2B5EF4-FFF2-40B4-BE49-F238E27FC236}">
                  <a16:creationId xmlns:a16="http://schemas.microsoft.com/office/drawing/2014/main" id="{7E3E5E65-A1D7-B366-4BAE-B23ABA055AD9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425554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AE2CC8A9-D89A-424B-9B5D-DE95434A20EE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700088" y="1686723"/>
            <a:ext cx="7481887" cy="43846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to add chart</a:t>
            </a:r>
            <a:endParaRPr lang="en-IN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A88A1CD-E0ED-A1CD-5DAA-E753A8745F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78090" y="2233525"/>
            <a:ext cx="3181675" cy="3837665"/>
          </a:xfrm>
        </p:spPr>
        <p:txBody>
          <a:bodyPr>
            <a:noAutofit/>
          </a:bodyPr>
          <a:lstStyle>
            <a:lvl1pPr marL="173038" indent="-173038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</a:t>
            </a:r>
          </a:p>
          <a:p>
            <a:pPr lvl="0"/>
            <a:r>
              <a:rPr lang="en-US"/>
              <a:t>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  <a:p>
            <a:pPr lvl="0"/>
            <a:r>
              <a:rPr lang="en-US"/>
              <a:t>Font Size: 16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A9F1C2F2-5D9D-B26C-FA88-D618F48920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78090" y="1687425"/>
            <a:ext cx="3181675" cy="5461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Heading Goes Here- 18 pts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59CB56-22CC-0F64-9D6C-9DB5284CBFE9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BFCA931-34C6-C187-ACB3-C25D66C28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CA908532-CBD5-706D-77C9-98337415EAF5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D35EE7-166B-87D6-B290-47A8C914947F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58C37B6-D4EE-F564-6587-0C3A25FD79E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2684288-1BFD-69F4-DC44-D914E0A696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7CC678C3-059A-ABB6-537E-F107655C6518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" name="Freeform: Shape 34">
              <a:extLst>
                <a:ext uri="{FF2B5EF4-FFF2-40B4-BE49-F238E27FC236}">
                  <a16:creationId xmlns:a16="http://schemas.microsoft.com/office/drawing/2014/main" id="{91566966-5DB5-4BBE-2EEC-3F5B39AA98B6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5">
              <a:extLst>
                <a:ext uri="{FF2B5EF4-FFF2-40B4-BE49-F238E27FC236}">
                  <a16:creationId xmlns:a16="http://schemas.microsoft.com/office/drawing/2014/main" id="{8AECA070-0BC3-0EA3-B64D-C631C851C0F2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6">
              <a:extLst>
                <a:ext uri="{FF2B5EF4-FFF2-40B4-BE49-F238E27FC236}">
                  <a16:creationId xmlns:a16="http://schemas.microsoft.com/office/drawing/2014/main" id="{0381CEF2-1CC2-44B4-B04B-567FAA2CFE49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6FEC6AEE-59A9-0BCC-79BA-88B3A5B30E54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40AD7B79-C699-7D1F-584C-C88298FDA3F2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89BBC266-79E3-EADC-FEAB-4E8AB64CA7E4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40">
              <a:extLst>
                <a:ext uri="{FF2B5EF4-FFF2-40B4-BE49-F238E27FC236}">
                  <a16:creationId xmlns:a16="http://schemas.microsoft.com/office/drawing/2014/main" id="{F2582DE9-8381-C4DA-17D0-D2099E7D25BF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62183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6409ABA-5C84-6486-253D-AB79CDEE4B68}"/>
              </a:ext>
            </a:extLst>
          </p:cNvPr>
          <p:cNvSpPr/>
          <p:nvPr userDrawn="1"/>
        </p:nvSpPr>
        <p:spPr>
          <a:xfrm>
            <a:off x="1977900" y="1897748"/>
            <a:ext cx="1505463" cy="1505495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3E8C69E-2EFF-7C41-C75F-03CB0201C425}"/>
              </a:ext>
            </a:extLst>
          </p:cNvPr>
          <p:cNvSpPr/>
          <p:nvPr userDrawn="1"/>
        </p:nvSpPr>
        <p:spPr>
          <a:xfrm>
            <a:off x="5343269" y="1897748"/>
            <a:ext cx="1505463" cy="1505495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9D9020-781B-0070-F177-74F405AC4AB5}"/>
              </a:ext>
            </a:extLst>
          </p:cNvPr>
          <p:cNvSpPr/>
          <p:nvPr userDrawn="1"/>
        </p:nvSpPr>
        <p:spPr>
          <a:xfrm>
            <a:off x="8619881" y="1897748"/>
            <a:ext cx="1505463" cy="1505495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4BDE8DD-98B3-EA26-7841-B142CE930B88}"/>
              </a:ext>
            </a:extLst>
          </p:cNvPr>
          <p:cNvSpPr/>
          <p:nvPr userDrawn="1"/>
        </p:nvSpPr>
        <p:spPr>
          <a:xfrm>
            <a:off x="1832103" y="1751970"/>
            <a:ext cx="1797056" cy="1797050"/>
          </a:xfrm>
          <a:prstGeom prst="ellipse">
            <a:avLst/>
          </a:prstGeom>
          <a:noFill/>
          <a:ln w="12700">
            <a:solidFill>
              <a:srgbClr val="8BC7FF"/>
            </a:solidFill>
          </a:ln>
          <a:effectLst>
            <a:outerShdw blurRad="342900" dist="250190" dir="1800000" algn="ctr">
              <a:srgbClr val="005DA2">
                <a:alpha val="7843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55590CE-67FC-051B-E58F-E6027D247C19}"/>
              </a:ext>
            </a:extLst>
          </p:cNvPr>
          <p:cNvSpPr/>
          <p:nvPr userDrawn="1"/>
        </p:nvSpPr>
        <p:spPr>
          <a:xfrm>
            <a:off x="2125801" y="2047862"/>
            <a:ext cx="1209662" cy="1209660"/>
          </a:xfrm>
          <a:prstGeom prst="ellipse">
            <a:avLst/>
          </a:prstGeom>
          <a:solidFill>
            <a:srgbClr val="FFFFFF">
              <a:alpha val="85098"/>
            </a:srgbClr>
          </a:solidFill>
          <a:ln>
            <a:noFill/>
          </a:ln>
          <a:effectLst>
            <a:outerShdw blurRad="342900" dist="250190" dir="1800000" algn="ctr">
              <a:srgbClr val="005DA2">
                <a:alpha val="7843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AE71836-77DC-3CC9-2D34-0A957F9071C7}"/>
              </a:ext>
            </a:extLst>
          </p:cNvPr>
          <p:cNvSpPr/>
          <p:nvPr userDrawn="1"/>
        </p:nvSpPr>
        <p:spPr>
          <a:xfrm>
            <a:off x="5197472" y="1751970"/>
            <a:ext cx="1797056" cy="1797050"/>
          </a:xfrm>
          <a:prstGeom prst="ellipse">
            <a:avLst/>
          </a:prstGeom>
          <a:noFill/>
          <a:ln w="12700">
            <a:solidFill>
              <a:srgbClr val="8BC7FF"/>
            </a:solidFill>
          </a:ln>
          <a:effectLst>
            <a:outerShdw blurRad="342900" dist="250190" dir="1800000" algn="ctr">
              <a:srgbClr val="005DA2">
                <a:alpha val="7843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1704D41-C955-7097-DACC-D9176A1242E1}"/>
              </a:ext>
            </a:extLst>
          </p:cNvPr>
          <p:cNvSpPr/>
          <p:nvPr userDrawn="1"/>
        </p:nvSpPr>
        <p:spPr>
          <a:xfrm>
            <a:off x="5491170" y="2047862"/>
            <a:ext cx="1209662" cy="1209660"/>
          </a:xfrm>
          <a:prstGeom prst="ellipse">
            <a:avLst/>
          </a:prstGeom>
          <a:solidFill>
            <a:srgbClr val="FFFFFF">
              <a:alpha val="85098"/>
            </a:srgbClr>
          </a:solidFill>
          <a:ln>
            <a:noFill/>
          </a:ln>
          <a:effectLst>
            <a:outerShdw blurRad="342900" dist="250190" dir="1800000" algn="ctr">
              <a:srgbClr val="005DA2">
                <a:alpha val="7843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6BB0EEC-6045-EA7D-127A-5AECED8AF963}"/>
              </a:ext>
            </a:extLst>
          </p:cNvPr>
          <p:cNvSpPr/>
          <p:nvPr userDrawn="1"/>
        </p:nvSpPr>
        <p:spPr>
          <a:xfrm>
            <a:off x="8474084" y="1751970"/>
            <a:ext cx="1797056" cy="1797050"/>
          </a:xfrm>
          <a:prstGeom prst="ellipse">
            <a:avLst/>
          </a:prstGeom>
          <a:noFill/>
          <a:ln w="12700">
            <a:solidFill>
              <a:srgbClr val="8BC7FF"/>
            </a:solidFill>
          </a:ln>
          <a:effectLst>
            <a:outerShdw blurRad="342900" dist="250190" dir="1800000" algn="ctr">
              <a:srgbClr val="005DA2">
                <a:alpha val="7843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64B270F-681D-38A5-D4A0-27976C22A7EB}"/>
              </a:ext>
            </a:extLst>
          </p:cNvPr>
          <p:cNvSpPr/>
          <p:nvPr userDrawn="1"/>
        </p:nvSpPr>
        <p:spPr>
          <a:xfrm>
            <a:off x="8767782" y="2047862"/>
            <a:ext cx="1209662" cy="1209660"/>
          </a:xfrm>
          <a:prstGeom prst="ellipse">
            <a:avLst/>
          </a:prstGeom>
          <a:solidFill>
            <a:srgbClr val="FFFFFF">
              <a:alpha val="85098"/>
            </a:srgbClr>
          </a:solidFill>
          <a:ln>
            <a:noFill/>
          </a:ln>
          <a:effectLst>
            <a:outerShdw blurRad="342900" dist="250190" dir="1800000" algn="ctr">
              <a:srgbClr val="005DA2">
                <a:alpha val="7843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0AA910C-9DFB-8794-A5B8-93A5AD9F716E}"/>
              </a:ext>
            </a:extLst>
          </p:cNvPr>
          <p:cNvGrpSpPr/>
          <p:nvPr userDrawn="1"/>
        </p:nvGrpSpPr>
        <p:grpSpPr>
          <a:xfrm rot="5400000">
            <a:off x="2580228" y="3440681"/>
            <a:ext cx="254088" cy="254088"/>
            <a:chOff x="4847087" y="3829948"/>
            <a:chExt cx="254088" cy="254088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977A470-5D59-25F8-8B23-444AB5DEB53D}"/>
                </a:ext>
              </a:extLst>
            </p:cNvPr>
            <p:cNvSpPr/>
            <p:nvPr/>
          </p:nvSpPr>
          <p:spPr>
            <a:xfrm>
              <a:off x="4847087" y="3829948"/>
              <a:ext cx="254088" cy="2540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6" name="Arrow: Chevron 45">
              <a:extLst>
                <a:ext uri="{FF2B5EF4-FFF2-40B4-BE49-F238E27FC236}">
                  <a16:creationId xmlns:a16="http://schemas.microsoft.com/office/drawing/2014/main" id="{E73FA5B5-C4AC-B4BF-F6DB-99D0942F5EE7}"/>
                </a:ext>
              </a:extLst>
            </p:cNvPr>
            <p:cNvSpPr/>
            <p:nvPr/>
          </p:nvSpPr>
          <p:spPr>
            <a:xfrm>
              <a:off x="4935083" y="3893325"/>
              <a:ext cx="79456" cy="127337"/>
            </a:xfrm>
            <a:prstGeom prst="chevron">
              <a:avLst>
                <a:gd name="adj" fmla="val 63375"/>
              </a:avLst>
            </a:prstGeom>
            <a:solidFill>
              <a:srgbClr val="EDF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F008CE0-816E-1E57-B4B3-57823B9B10B3}"/>
              </a:ext>
            </a:extLst>
          </p:cNvPr>
          <p:cNvGrpSpPr/>
          <p:nvPr userDrawn="1"/>
        </p:nvGrpSpPr>
        <p:grpSpPr>
          <a:xfrm rot="5400000">
            <a:off x="5968956" y="3440681"/>
            <a:ext cx="254088" cy="254088"/>
            <a:chOff x="4847087" y="3829948"/>
            <a:chExt cx="254088" cy="254088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78E3FC5-94E8-E0CA-3EB6-E4C36CCB7363}"/>
                </a:ext>
              </a:extLst>
            </p:cNvPr>
            <p:cNvSpPr/>
            <p:nvPr/>
          </p:nvSpPr>
          <p:spPr>
            <a:xfrm>
              <a:off x="4847087" y="3829948"/>
              <a:ext cx="254088" cy="2540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9" name="Arrow: Chevron 48">
              <a:extLst>
                <a:ext uri="{FF2B5EF4-FFF2-40B4-BE49-F238E27FC236}">
                  <a16:creationId xmlns:a16="http://schemas.microsoft.com/office/drawing/2014/main" id="{38351DEE-59B9-7DCD-77B5-02D87D9621EC}"/>
                </a:ext>
              </a:extLst>
            </p:cNvPr>
            <p:cNvSpPr/>
            <p:nvPr/>
          </p:nvSpPr>
          <p:spPr>
            <a:xfrm>
              <a:off x="4935083" y="3893325"/>
              <a:ext cx="79456" cy="127337"/>
            </a:xfrm>
            <a:prstGeom prst="chevron">
              <a:avLst>
                <a:gd name="adj" fmla="val 63375"/>
              </a:avLst>
            </a:prstGeom>
            <a:solidFill>
              <a:srgbClr val="EDF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D12391D-C517-7CE5-DB15-0142911B918C}"/>
              </a:ext>
            </a:extLst>
          </p:cNvPr>
          <p:cNvGrpSpPr/>
          <p:nvPr userDrawn="1"/>
        </p:nvGrpSpPr>
        <p:grpSpPr>
          <a:xfrm rot="5400000">
            <a:off x="9245568" y="3440681"/>
            <a:ext cx="254088" cy="254088"/>
            <a:chOff x="4847087" y="3829948"/>
            <a:chExt cx="254088" cy="254088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B218EF7-F162-EE6E-3F4E-64C3ED4359CD}"/>
                </a:ext>
              </a:extLst>
            </p:cNvPr>
            <p:cNvSpPr/>
            <p:nvPr/>
          </p:nvSpPr>
          <p:spPr>
            <a:xfrm>
              <a:off x="4847087" y="3829948"/>
              <a:ext cx="254088" cy="2540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2" name="Arrow: Chevron 51">
              <a:extLst>
                <a:ext uri="{FF2B5EF4-FFF2-40B4-BE49-F238E27FC236}">
                  <a16:creationId xmlns:a16="http://schemas.microsoft.com/office/drawing/2014/main" id="{5BD1E95E-97C7-7B59-F379-BEFDB7DF49F7}"/>
                </a:ext>
              </a:extLst>
            </p:cNvPr>
            <p:cNvSpPr/>
            <p:nvPr/>
          </p:nvSpPr>
          <p:spPr>
            <a:xfrm>
              <a:off x="4935083" y="3893325"/>
              <a:ext cx="79456" cy="127337"/>
            </a:xfrm>
            <a:prstGeom prst="chevron">
              <a:avLst>
                <a:gd name="adj" fmla="val 63375"/>
              </a:avLst>
            </a:prstGeom>
            <a:solidFill>
              <a:srgbClr val="EDF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02D2FB7-AF01-926E-BC79-15540CE621B7}"/>
              </a:ext>
            </a:extLst>
          </p:cNvPr>
          <p:cNvCxnSpPr/>
          <p:nvPr userDrawn="1"/>
        </p:nvCxnSpPr>
        <p:spPr>
          <a:xfrm>
            <a:off x="3860848" y="2694804"/>
            <a:ext cx="1080907" cy="0"/>
          </a:xfrm>
          <a:prstGeom prst="line">
            <a:avLst/>
          </a:prstGeom>
          <a:ln w="19050" cap="rnd">
            <a:solidFill>
              <a:srgbClr val="8BC7FF"/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A641EB2-F0EE-9D8C-0BDA-61D0A650017F}"/>
              </a:ext>
            </a:extLst>
          </p:cNvPr>
          <p:cNvCxnSpPr/>
          <p:nvPr userDrawn="1"/>
        </p:nvCxnSpPr>
        <p:spPr>
          <a:xfrm>
            <a:off x="7197937" y="2694804"/>
            <a:ext cx="1080907" cy="0"/>
          </a:xfrm>
          <a:prstGeom prst="line">
            <a:avLst/>
          </a:prstGeom>
          <a:ln w="19050" cap="rnd">
            <a:solidFill>
              <a:srgbClr val="8BC7FF"/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Picture Placeholder 69">
            <a:extLst>
              <a:ext uri="{FF2B5EF4-FFF2-40B4-BE49-F238E27FC236}">
                <a16:creationId xmlns:a16="http://schemas.microsoft.com/office/drawing/2014/main" id="{2D69A0D6-AFCF-3426-09A7-0BC445D1290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20472" y="2060638"/>
            <a:ext cx="1173600" cy="117360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 algn="ctr"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56" name="Picture Placeholder 69">
            <a:extLst>
              <a:ext uri="{FF2B5EF4-FFF2-40B4-BE49-F238E27FC236}">
                <a16:creationId xmlns:a16="http://schemas.microsoft.com/office/drawing/2014/main" id="{3D03D88A-EF85-F0E0-896F-B22CBB5EB3B3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13912" y="2060638"/>
            <a:ext cx="1173600" cy="117360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 algn="ctr"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57" name="Picture Placeholder 69">
            <a:extLst>
              <a:ext uri="{FF2B5EF4-FFF2-40B4-BE49-F238E27FC236}">
                <a16:creationId xmlns:a16="http://schemas.microsoft.com/office/drawing/2014/main" id="{0E86A76E-1DAD-C7D0-4D0E-F5FB5DA7F89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775272" y="2060638"/>
            <a:ext cx="1173600" cy="117360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 algn="ctr"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2A70A435-F430-C917-7138-2782693BA74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19231" y="3942712"/>
            <a:ext cx="2560748" cy="28936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Here (16pt)</a:t>
            </a:r>
          </a:p>
        </p:txBody>
      </p:sp>
      <p:sp>
        <p:nvSpPr>
          <p:cNvPr id="60" name="Text Placeholder 45">
            <a:extLst>
              <a:ext uri="{FF2B5EF4-FFF2-40B4-BE49-F238E27FC236}">
                <a16:creationId xmlns:a16="http://schemas.microsoft.com/office/drawing/2014/main" id="{DDB997AE-5B8B-67B1-0520-2744161698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9231" y="4290913"/>
            <a:ext cx="2560747" cy="177892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63" name="Text Placeholder 45">
            <a:extLst>
              <a:ext uri="{FF2B5EF4-FFF2-40B4-BE49-F238E27FC236}">
                <a16:creationId xmlns:a16="http://schemas.microsoft.com/office/drawing/2014/main" id="{09C2346C-53EF-0E92-8372-9FF17E94B5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47049" y="3942712"/>
            <a:ext cx="2560748" cy="28936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Here (16pt)</a:t>
            </a:r>
          </a:p>
        </p:txBody>
      </p:sp>
      <p:sp>
        <p:nvSpPr>
          <p:cNvPr id="64" name="Text Placeholder 45">
            <a:extLst>
              <a:ext uri="{FF2B5EF4-FFF2-40B4-BE49-F238E27FC236}">
                <a16:creationId xmlns:a16="http://schemas.microsoft.com/office/drawing/2014/main" id="{3F9C50FE-0781-7462-097C-7AE786AF8FE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47049" y="4290913"/>
            <a:ext cx="2560747" cy="177892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65" name="Text Placeholder 45">
            <a:extLst>
              <a:ext uri="{FF2B5EF4-FFF2-40B4-BE49-F238E27FC236}">
                <a16:creationId xmlns:a16="http://schemas.microsoft.com/office/drawing/2014/main" id="{421E9997-0CC3-2672-AA20-F70D9D4BA73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74868" y="3942712"/>
            <a:ext cx="2560748" cy="28936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Here (16pt)</a:t>
            </a:r>
          </a:p>
        </p:txBody>
      </p:sp>
      <p:sp>
        <p:nvSpPr>
          <p:cNvPr id="66" name="Text Placeholder 45">
            <a:extLst>
              <a:ext uri="{FF2B5EF4-FFF2-40B4-BE49-F238E27FC236}">
                <a16:creationId xmlns:a16="http://schemas.microsoft.com/office/drawing/2014/main" id="{3B34DA85-CD13-AC83-0E0F-061D6C563D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74868" y="4290913"/>
            <a:ext cx="2560747" cy="177892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F4DCF8-7B7A-0398-6F45-D1CEDC416E09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106EA7C-AAD0-0889-1F13-D7650BD56E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878D69E2-734C-B676-ABDB-CB25F20C31B7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F43810-5D28-F926-AC0D-E9B27A5A26C4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F2171C-C250-22D7-71FB-5D924ABF4AC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C222C86-CBD9-74A5-975A-1851399E662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6" name="Freeform: Shape 33">
              <a:extLst>
                <a:ext uri="{FF2B5EF4-FFF2-40B4-BE49-F238E27FC236}">
                  <a16:creationId xmlns:a16="http://schemas.microsoft.com/office/drawing/2014/main" id="{812D0B9D-D96C-70C3-04FF-30778C62E47C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4">
              <a:extLst>
                <a:ext uri="{FF2B5EF4-FFF2-40B4-BE49-F238E27FC236}">
                  <a16:creationId xmlns:a16="http://schemas.microsoft.com/office/drawing/2014/main" id="{515D6668-6808-3173-BBEF-E1697023F9BD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5">
              <a:extLst>
                <a:ext uri="{FF2B5EF4-FFF2-40B4-BE49-F238E27FC236}">
                  <a16:creationId xmlns:a16="http://schemas.microsoft.com/office/drawing/2014/main" id="{F3F706B5-DD95-9F13-B489-2E917EEBF183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6">
              <a:extLst>
                <a:ext uri="{FF2B5EF4-FFF2-40B4-BE49-F238E27FC236}">
                  <a16:creationId xmlns:a16="http://schemas.microsoft.com/office/drawing/2014/main" id="{3FE725F5-9E82-2FC4-93CD-8169A4753503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7">
              <a:extLst>
                <a:ext uri="{FF2B5EF4-FFF2-40B4-BE49-F238E27FC236}">
                  <a16:creationId xmlns:a16="http://schemas.microsoft.com/office/drawing/2014/main" id="{75AFE31A-BDD0-9171-F918-DC2A6329BF72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38">
              <a:extLst>
                <a:ext uri="{FF2B5EF4-FFF2-40B4-BE49-F238E27FC236}">
                  <a16:creationId xmlns:a16="http://schemas.microsoft.com/office/drawing/2014/main" id="{78EAAAD5-51F8-8A31-7D65-04C3669EA9A8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39">
              <a:extLst>
                <a:ext uri="{FF2B5EF4-FFF2-40B4-BE49-F238E27FC236}">
                  <a16:creationId xmlns:a16="http://schemas.microsoft.com/office/drawing/2014/main" id="{2F67F091-0ECC-2AD3-3F8F-4B59A22A9269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40">
              <a:extLst>
                <a:ext uri="{FF2B5EF4-FFF2-40B4-BE49-F238E27FC236}">
                  <a16:creationId xmlns:a16="http://schemas.microsoft.com/office/drawing/2014/main" id="{BC624591-6659-A66F-5AF3-4349F27260FF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42467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val 50">
            <a:extLst>
              <a:ext uri="{FF2B5EF4-FFF2-40B4-BE49-F238E27FC236}">
                <a16:creationId xmlns:a16="http://schemas.microsoft.com/office/drawing/2014/main" id="{EFF90CD2-FC3F-2598-C179-4B2052A3149A}"/>
              </a:ext>
            </a:extLst>
          </p:cNvPr>
          <p:cNvSpPr/>
          <p:nvPr userDrawn="1"/>
        </p:nvSpPr>
        <p:spPr>
          <a:xfrm>
            <a:off x="1645520" y="2226758"/>
            <a:ext cx="849795" cy="8498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EDD0CC8-D43E-899B-9DA5-5ED790B11390}"/>
              </a:ext>
            </a:extLst>
          </p:cNvPr>
          <p:cNvSpPr/>
          <p:nvPr userDrawn="1"/>
        </p:nvSpPr>
        <p:spPr>
          <a:xfrm>
            <a:off x="820738" y="2582190"/>
            <a:ext cx="2499360" cy="3674637"/>
          </a:xfrm>
          <a:custGeom>
            <a:avLst/>
            <a:gdLst>
              <a:gd name="connsiteX0" fmla="*/ 162558 w 2499360"/>
              <a:gd name="connsiteY0" fmla="*/ 0 h 3674637"/>
              <a:gd name="connsiteX1" fmla="*/ 749488 w 2499360"/>
              <a:gd name="connsiteY1" fmla="*/ 0 h 3674637"/>
              <a:gd name="connsiteX2" fmla="*/ 742484 w 2499360"/>
              <a:gd name="connsiteY2" fmla="*/ 69476 h 3674637"/>
              <a:gd name="connsiteX3" fmla="*/ 1249680 w 2499360"/>
              <a:gd name="connsiteY3" fmla="*/ 576670 h 3674637"/>
              <a:gd name="connsiteX4" fmla="*/ 1756876 w 2499360"/>
              <a:gd name="connsiteY4" fmla="*/ 69476 h 3674637"/>
              <a:gd name="connsiteX5" fmla="*/ 1749873 w 2499360"/>
              <a:gd name="connsiteY5" fmla="*/ 0 h 3674637"/>
              <a:gd name="connsiteX6" fmla="*/ 2336802 w 2499360"/>
              <a:gd name="connsiteY6" fmla="*/ 0 h 3674637"/>
              <a:gd name="connsiteX7" fmla="*/ 2499360 w 2499360"/>
              <a:gd name="connsiteY7" fmla="*/ 162558 h 3674637"/>
              <a:gd name="connsiteX8" fmla="*/ 2499360 w 2499360"/>
              <a:gd name="connsiteY8" fmla="*/ 3512079 h 3674637"/>
              <a:gd name="connsiteX9" fmla="*/ 2336802 w 2499360"/>
              <a:gd name="connsiteY9" fmla="*/ 3674637 h 3674637"/>
              <a:gd name="connsiteX10" fmla="*/ 162558 w 2499360"/>
              <a:gd name="connsiteY10" fmla="*/ 3674637 h 3674637"/>
              <a:gd name="connsiteX11" fmla="*/ 0 w 2499360"/>
              <a:gd name="connsiteY11" fmla="*/ 3512079 h 3674637"/>
              <a:gd name="connsiteX12" fmla="*/ 0 w 2499360"/>
              <a:gd name="connsiteY12" fmla="*/ 162558 h 3674637"/>
              <a:gd name="connsiteX13" fmla="*/ 162558 w 2499360"/>
              <a:gd name="connsiteY13" fmla="*/ 0 h 3674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99360" h="3674637">
                <a:moveTo>
                  <a:pt x="162558" y="0"/>
                </a:moveTo>
                <a:lnTo>
                  <a:pt x="749488" y="0"/>
                </a:lnTo>
                <a:lnTo>
                  <a:pt x="742484" y="69476"/>
                </a:lnTo>
                <a:cubicBezTo>
                  <a:pt x="742484" y="349592"/>
                  <a:pt x="969563" y="576670"/>
                  <a:pt x="1249680" y="576670"/>
                </a:cubicBezTo>
                <a:cubicBezTo>
                  <a:pt x="1529797" y="576670"/>
                  <a:pt x="1756876" y="349592"/>
                  <a:pt x="1756876" y="69476"/>
                </a:cubicBezTo>
                <a:lnTo>
                  <a:pt x="1749873" y="0"/>
                </a:lnTo>
                <a:lnTo>
                  <a:pt x="2336802" y="0"/>
                </a:lnTo>
                <a:cubicBezTo>
                  <a:pt x="2426580" y="0"/>
                  <a:pt x="2499360" y="72780"/>
                  <a:pt x="2499360" y="162558"/>
                </a:cubicBezTo>
                <a:lnTo>
                  <a:pt x="2499360" y="3512079"/>
                </a:lnTo>
                <a:cubicBezTo>
                  <a:pt x="2499360" y="3601857"/>
                  <a:pt x="2426580" y="3674637"/>
                  <a:pt x="2336802" y="3674637"/>
                </a:cubicBezTo>
                <a:lnTo>
                  <a:pt x="162558" y="3674637"/>
                </a:lnTo>
                <a:cubicBezTo>
                  <a:pt x="72780" y="3674637"/>
                  <a:pt x="0" y="3601857"/>
                  <a:pt x="0" y="3512079"/>
                </a:cubicBezTo>
                <a:lnTo>
                  <a:pt x="0" y="162558"/>
                </a:lnTo>
                <a:cubicBezTo>
                  <a:pt x="0" y="72780"/>
                  <a:pt x="72780" y="0"/>
                  <a:pt x="162558" y="0"/>
                </a:cubicBezTo>
                <a:close/>
              </a:path>
            </a:pathLst>
          </a:custGeom>
          <a:noFill/>
          <a:ln w="12700">
            <a:solidFill>
              <a:srgbClr val="8BC7FF"/>
            </a:solidFill>
          </a:ln>
          <a:effectLst>
            <a:outerShdw blurRad="342900" dist="250190" dir="1800000" algn="ctr">
              <a:srgbClr val="005DA2">
                <a:alpha val="7843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Picture Placeholder 69">
            <a:extLst>
              <a:ext uri="{FF2B5EF4-FFF2-40B4-BE49-F238E27FC236}">
                <a16:creationId xmlns:a16="http://schemas.microsoft.com/office/drawing/2014/main" id="{B7B6DDA7-6150-BEF5-7777-33F36E9963E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796671" y="2374861"/>
            <a:ext cx="547494" cy="547494"/>
          </a:xfrm>
          <a:prstGeom prst="ellipse">
            <a:avLst/>
          </a:prstGeo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Icon here</a:t>
            </a:r>
            <a:endParaRPr lang="en-IN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23FD00D9-3026-49D9-9FAD-B7D40E72C422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99319" y="3228962"/>
            <a:ext cx="2347519" cy="39052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>
                <a:latin typeface="+mn-lt"/>
              </a:rPr>
              <a:t>Heading (16pt)</a:t>
            </a:r>
            <a:endParaRPr lang="en-IN"/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73A43F6F-D6F0-00F7-BC46-F2C469E6F98A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85939" y="3686083"/>
            <a:ext cx="2350432" cy="2448296"/>
          </a:xfrm>
        </p:spPr>
        <p:txBody>
          <a:bodyPr lIns="108000" tIns="108000" rIns="108000" bIns="10800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</a:t>
            </a:r>
            <a:br>
              <a:rPr lang="en-US"/>
            </a:br>
            <a:r>
              <a:rPr lang="en-US"/>
              <a:t>Font size: 12pt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55E1426-EA1F-7FA0-D85B-A0AAF383FEFE}"/>
              </a:ext>
            </a:extLst>
          </p:cNvPr>
          <p:cNvSpPr/>
          <p:nvPr userDrawn="1"/>
        </p:nvSpPr>
        <p:spPr>
          <a:xfrm>
            <a:off x="3619253" y="2582190"/>
            <a:ext cx="2499360" cy="3674637"/>
          </a:xfrm>
          <a:custGeom>
            <a:avLst/>
            <a:gdLst>
              <a:gd name="connsiteX0" fmla="*/ 162558 w 2499360"/>
              <a:gd name="connsiteY0" fmla="*/ 0 h 3674637"/>
              <a:gd name="connsiteX1" fmla="*/ 749488 w 2499360"/>
              <a:gd name="connsiteY1" fmla="*/ 0 h 3674637"/>
              <a:gd name="connsiteX2" fmla="*/ 742484 w 2499360"/>
              <a:gd name="connsiteY2" fmla="*/ 69476 h 3674637"/>
              <a:gd name="connsiteX3" fmla="*/ 1249680 w 2499360"/>
              <a:gd name="connsiteY3" fmla="*/ 576670 h 3674637"/>
              <a:gd name="connsiteX4" fmla="*/ 1756876 w 2499360"/>
              <a:gd name="connsiteY4" fmla="*/ 69476 h 3674637"/>
              <a:gd name="connsiteX5" fmla="*/ 1749873 w 2499360"/>
              <a:gd name="connsiteY5" fmla="*/ 0 h 3674637"/>
              <a:gd name="connsiteX6" fmla="*/ 2336802 w 2499360"/>
              <a:gd name="connsiteY6" fmla="*/ 0 h 3674637"/>
              <a:gd name="connsiteX7" fmla="*/ 2499360 w 2499360"/>
              <a:gd name="connsiteY7" fmla="*/ 162558 h 3674637"/>
              <a:gd name="connsiteX8" fmla="*/ 2499360 w 2499360"/>
              <a:gd name="connsiteY8" fmla="*/ 3512079 h 3674637"/>
              <a:gd name="connsiteX9" fmla="*/ 2336802 w 2499360"/>
              <a:gd name="connsiteY9" fmla="*/ 3674637 h 3674637"/>
              <a:gd name="connsiteX10" fmla="*/ 162558 w 2499360"/>
              <a:gd name="connsiteY10" fmla="*/ 3674637 h 3674637"/>
              <a:gd name="connsiteX11" fmla="*/ 0 w 2499360"/>
              <a:gd name="connsiteY11" fmla="*/ 3512079 h 3674637"/>
              <a:gd name="connsiteX12" fmla="*/ 0 w 2499360"/>
              <a:gd name="connsiteY12" fmla="*/ 162558 h 3674637"/>
              <a:gd name="connsiteX13" fmla="*/ 162558 w 2499360"/>
              <a:gd name="connsiteY13" fmla="*/ 0 h 3674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99360" h="3674637">
                <a:moveTo>
                  <a:pt x="162558" y="0"/>
                </a:moveTo>
                <a:lnTo>
                  <a:pt x="749488" y="0"/>
                </a:lnTo>
                <a:lnTo>
                  <a:pt x="742484" y="69476"/>
                </a:lnTo>
                <a:cubicBezTo>
                  <a:pt x="742484" y="349592"/>
                  <a:pt x="969563" y="576670"/>
                  <a:pt x="1249680" y="576670"/>
                </a:cubicBezTo>
                <a:cubicBezTo>
                  <a:pt x="1529797" y="576670"/>
                  <a:pt x="1756876" y="349592"/>
                  <a:pt x="1756876" y="69476"/>
                </a:cubicBezTo>
                <a:lnTo>
                  <a:pt x="1749873" y="0"/>
                </a:lnTo>
                <a:lnTo>
                  <a:pt x="2336802" y="0"/>
                </a:lnTo>
                <a:cubicBezTo>
                  <a:pt x="2426580" y="0"/>
                  <a:pt x="2499360" y="72780"/>
                  <a:pt x="2499360" y="162558"/>
                </a:cubicBezTo>
                <a:lnTo>
                  <a:pt x="2499360" y="3512079"/>
                </a:lnTo>
                <a:cubicBezTo>
                  <a:pt x="2499360" y="3601857"/>
                  <a:pt x="2426580" y="3674637"/>
                  <a:pt x="2336802" y="3674637"/>
                </a:cubicBezTo>
                <a:lnTo>
                  <a:pt x="162558" y="3674637"/>
                </a:lnTo>
                <a:cubicBezTo>
                  <a:pt x="72780" y="3674637"/>
                  <a:pt x="0" y="3601857"/>
                  <a:pt x="0" y="3512079"/>
                </a:cubicBezTo>
                <a:lnTo>
                  <a:pt x="0" y="162558"/>
                </a:lnTo>
                <a:cubicBezTo>
                  <a:pt x="0" y="72780"/>
                  <a:pt x="72780" y="0"/>
                  <a:pt x="162558" y="0"/>
                </a:cubicBezTo>
                <a:close/>
              </a:path>
            </a:pathLst>
          </a:custGeom>
          <a:noFill/>
          <a:ln w="12700">
            <a:solidFill>
              <a:srgbClr val="8BC7FF"/>
            </a:solidFill>
          </a:ln>
          <a:effectLst>
            <a:outerShdw blurRad="342900" dist="250190" dir="1800000" algn="ctr">
              <a:srgbClr val="005DA2">
                <a:alpha val="7843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8" name="Text Placeholder 30">
            <a:extLst>
              <a:ext uri="{FF2B5EF4-FFF2-40B4-BE49-F238E27FC236}">
                <a16:creationId xmlns:a16="http://schemas.microsoft.com/office/drawing/2014/main" id="{51328640-6CB8-7C54-1143-AFE2AFF53DAF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3697834" y="3228962"/>
            <a:ext cx="2347519" cy="39052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>
                <a:latin typeface="+mn-lt"/>
              </a:rPr>
              <a:t>Heading (16pt)</a:t>
            </a:r>
            <a:endParaRPr lang="en-IN"/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10F9F29B-45D5-233C-925C-A46F4705973E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3684454" y="3686083"/>
            <a:ext cx="2350432" cy="2448296"/>
          </a:xfrm>
        </p:spPr>
        <p:txBody>
          <a:bodyPr lIns="108000" tIns="108000" rIns="108000" bIns="10800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</a:t>
            </a:r>
            <a:br>
              <a:rPr lang="en-US"/>
            </a:br>
            <a:r>
              <a:rPr lang="en-US"/>
              <a:t>Font size: 12pt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10C321F-14F1-A489-C43B-EB5942055108}"/>
              </a:ext>
            </a:extLst>
          </p:cNvPr>
          <p:cNvSpPr/>
          <p:nvPr userDrawn="1"/>
        </p:nvSpPr>
        <p:spPr>
          <a:xfrm>
            <a:off x="6417769" y="2582190"/>
            <a:ext cx="2499360" cy="3674637"/>
          </a:xfrm>
          <a:custGeom>
            <a:avLst/>
            <a:gdLst>
              <a:gd name="connsiteX0" fmla="*/ 162558 w 2499360"/>
              <a:gd name="connsiteY0" fmla="*/ 0 h 3674637"/>
              <a:gd name="connsiteX1" fmla="*/ 749488 w 2499360"/>
              <a:gd name="connsiteY1" fmla="*/ 0 h 3674637"/>
              <a:gd name="connsiteX2" fmla="*/ 742484 w 2499360"/>
              <a:gd name="connsiteY2" fmla="*/ 69476 h 3674637"/>
              <a:gd name="connsiteX3" fmla="*/ 1249680 w 2499360"/>
              <a:gd name="connsiteY3" fmla="*/ 576670 h 3674637"/>
              <a:gd name="connsiteX4" fmla="*/ 1756876 w 2499360"/>
              <a:gd name="connsiteY4" fmla="*/ 69476 h 3674637"/>
              <a:gd name="connsiteX5" fmla="*/ 1749873 w 2499360"/>
              <a:gd name="connsiteY5" fmla="*/ 0 h 3674637"/>
              <a:gd name="connsiteX6" fmla="*/ 2336802 w 2499360"/>
              <a:gd name="connsiteY6" fmla="*/ 0 h 3674637"/>
              <a:gd name="connsiteX7" fmla="*/ 2499360 w 2499360"/>
              <a:gd name="connsiteY7" fmla="*/ 162558 h 3674637"/>
              <a:gd name="connsiteX8" fmla="*/ 2499360 w 2499360"/>
              <a:gd name="connsiteY8" fmla="*/ 3512079 h 3674637"/>
              <a:gd name="connsiteX9" fmla="*/ 2336802 w 2499360"/>
              <a:gd name="connsiteY9" fmla="*/ 3674637 h 3674637"/>
              <a:gd name="connsiteX10" fmla="*/ 162558 w 2499360"/>
              <a:gd name="connsiteY10" fmla="*/ 3674637 h 3674637"/>
              <a:gd name="connsiteX11" fmla="*/ 0 w 2499360"/>
              <a:gd name="connsiteY11" fmla="*/ 3512079 h 3674637"/>
              <a:gd name="connsiteX12" fmla="*/ 0 w 2499360"/>
              <a:gd name="connsiteY12" fmla="*/ 162558 h 3674637"/>
              <a:gd name="connsiteX13" fmla="*/ 162558 w 2499360"/>
              <a:gd name="connsiteY13" fmla="*/ 0 h 3674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99360" h="3674637">
                <a:moveTo>
                  <a:pt x="162558" y="0"/>
                </a:moveTo>
                <a:lnTo>
                  <a:pt x="749488" y="0"/>
                </a:lnTo>
                <a:lnTo>
                  <a:pt x="742484" y="69476"/>
                </a:lnTo>
                <a:cubicBezTo>
                  <a:pt x="742484" y="349592"/>
                  <a:pt x="969563" y="576670"/>
                  <a:pt x="1249680" y="576670"/>
                </a:cubicBezTo>
                <a:cubicBezTo>
                  <a:pt x="1529797" y="576670"/>
                  <a:pt x="1756876" y="349592"/>
                  <a:pt x="1756876" y="69476"/>
                </a:cubicBezTo>
                <a:lnTo>
                  <a:pt x="1749873" y="0"/>
                </a:lnTo>
                <a:lnTo>
                  <a:pt x="2336802" y="0"/>
                </a:lnTo>
                <a:cubicBezTo>
                  <a:pt x="2426580" y="0"/>
                  <a:pt x="2499360" y="72780"/>
                  <a:pt x="2499360" y="162558"/>
                </a:cubicBezTo>
                <a:lnTo>
                  <a:pt x="2499360" y="3512079"/>
                </a:lnTo>
                <a:cubicBezTo>
                  <a:pt x="2499360" y="3601857"/>
                  <a:pt x="2426580" y="3674637"/>
                  <a:pt x="2336802" y="3674637"/>
                </a:cubicBezTo>
                <a:lnTo>
                  <a:pt x="162558" y="3674637"/>
                </a:lnTo>
                <a:cubicBezTo>
                  <a:pt x="72780" y="3674637"/>
                  <a:pt x="0" y="3601857"/>
                  <a:pt x="0" y="3512079"/>
                </a:cubicBezTo>
                <a:lnTo>
                  <a:pt x="0" y="162558"/>
                </a:lnTo>
                <a:cubicBezTo>
                  <a:pt x="0" y="72780"/>
                  <a:pt x="72780" y="0"/>
                  <a:pt x="162558" y="0"/>
                </a:cubicBezTo>
                <a:close/>
              </a:path>
            </a:pathLst>
          </a:custGeom>
          <a:noFill/>
          <a:ln w="12700">
            <a:solidFill>
              <a:srgbClr val="8BC7FF"/>
            </a:solidFill>
          </a:ln>
          <a:effectLst>
            <a:outerShdw blurRad="342900" dist="250190" dir="1800000" algn="ctr">
              <a:srgbClr val="005DA2">
                <a:alpha val="7843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3" name="Text Placeholder 30">
            <a:extLst>
              <a:ext uri="{FF2B5EF4-FFF2-40B4-BE49-F238E27FC236}">
                <a16:creationId xmlns:a16="http://schemas.microsoft.com/office/drawing/2014/main" id="{86C11925-4F76-D202-83A8-0052FFEE0917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6496350" y="3228962"/>
            <a:ext cx="2347519" cy="39052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>
                <a:latin typeface="+mn-lt"/>
              </a:rPr>
              <a:t>Heading (16pt)</a:t>
            </a:r>
            <a:endParaRPr lang="en-IN"/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AFD82D5E-D008-901F-DD01-15D2851CAAD6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6482970" y="3686083"/>
            <a:ext cx="2350432" cy="2448296"/>
          </a:xfrm>
        </p:spPr>
        <p:txBody>
          <a:bodyPr lIns="108000" tIns="108000" rIns="108000" bIns="10800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</a:t>
            </a:r>
            <a:br>
              <a:rPr lang="en-US"/>
            </a:br>
            <a:r>
              <a:rPr lang="en-US"/>
              <a:t>Font size: 12pt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A6A3DFF-08FA-507A-2291-2E3CF3518AFB}"/>
              </a:ext>
            </a:extLst>
          </p:cNvPr>
          <p:cNvSpPr/>
          <p:nvPr userDrawn="1"/>
        </p:nvSpPr>
        <p:spPr>
          <a:xfrm>
            <a:off x="9216285" y="2582190"/>
            <a:ext cx="2499360" cy="3674637"/>
          </a:xfrm>
          <a:custGeom>
            <a:avLst/>
            <a:gdLst>
              <a:gd name="connsiteX0" fmla="*/ 162558 w 2499360"/>
              <a:gd name="connsiteY0" fmla="*/ 0 h 3674637"/>
              <a:gd name="connsiteX1" fmla="*/ 749488 w 2499360"/>
              <a:gd name="connsiteY1" fmla="*/ 0 h 3674637"/>
              <a:gd name="connsiteX2" fmla="*/ 742484 w 2499360"/>
              <a:gd name="connsiteY2" fmla="*/ 69476 h 3674637"/>
              <a:gd name="connsiteX3" fmla="*/ 1249680 w 2499360"/>
              <a:gd name="connsiteY3" fmla="*/ 576670 h 3674637"/>
              <a:gd name="connsiteX4" fmla="*/ 1756876 w 2499360"/>
              <a:gd name="connsiteY4" fmla="*/ 69476 h 3674637"/>
              <a:gd name="connsiteX5" fmla="*/ 1749873 w 2499360"/>
              <a:gd name="connsiteY5" fmla="*/ 0 h 3674637"/>
              <a:gd name="connsiteX6" fmla="*/ 2336802 w 2499360"/>
              <a:gd name="connsiteY6" fmla="*/ 0 h 3674637"/>
              <a:gd name="connsiteX7" fmla="*/ 2499360 w 2499360"/>
              <a:gd name="connsiteY7" fmla="*/ 162558 h 3674637"/>
              <a:gd name="connsiteX8" fmla="*/ 2499360 w 2499360"/>
              <a:gd name="connsiteY8" fmla="*/ 3512079 h 3674637"/>
              <a:gd name="connsiteX9" fmla="*/ 2336802 w 2499360"/>
              <a:gd name="connsiteY9" fmla="*/ 3674637 h 3674637"/>
              <a:gd name="connsiteX10" fmla="*/ 162558 w 2499360"/>
              <a:gd name="connsiteY10" fmla="*/ 3674637 h 3674637"/>
              <a:gd name="connsiteX11" fmla="*/ 0 w 2499360"/>
              <a:gd name="connsiteY11" fmla="*/ 3512079 h 3674637"/>
              <a:gd name="connsiteX12" fmla="*/ 0 w 2499360"/>
              <a:gd name="connsiteY12" fmla="*/ 162558 h 3674637"/>
              <a:gd name="connsiteX13" fmla="*/ 162558 w 2499360"/>
              <a:gd name="connsiteY13" fmla="*/ 0 h 3674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99360" h="3674637">
                <a:moveTo>
                  <a:pt x="162558" y="0"/>
                </a:moveTo>
                <a:lnTo>
                  <a:pt x="749488" y="0"/>
                </a:lnTo>
                <a:lnTo>
                  <a:pt x="742484" y="69476"/>
                </a:lnTo>
                <a:cubicBezTo>
                  <a:pt x="742484" y="349592"/>
                  <a:pt x="969563" y="576670"/>
                  <a:pt x="1249680" y="576670"/>
                </a:cubicBezTo>
                <a:cubicBezTo>
                  <a:pt x="1529797" y="576670"/>
                  <a:pt x="1756876" y="349592"/>
                  <a:pt x="1756876" y="69476"/>
                </a:cubicBezTo>
                <a:lnTo>
                  <a:pt x="1749873" y="0"/>
                </a:lnTo>
                <a:lnTo>
                  <a:pt x="2336802" y="0"/>
                </a:lnTo>
                <a:cubicBezTo>
                  <a:pt x="2426580" y="0"/>
                  <a:pt x="2499360" y="72780"/>
                  <a:pt x="2499360" y="162558"/>
                </a:cubicBezTo>
                <a:lnTo>
                  <a:pt x="2499360" y="3512079"/>
                </a:lnTo>
                <a:cubicBezTo>
                  <a:pt x="2499360" y="3601857"/>
                  <a:pt x="2426580" y="3674637"/>
                  <a:pt x="2336802" y="3674637"/>
                </a:cubicBezTo>
                <a:lnTo>
                  <a:pt x="162558" y="3674637"/>
                </a:lnTo>
                <a:cubicBezTo>
                  <a:pt x="72780" y="3674637"/>
                  <a:pt x="0" y="3601857"/>
                  <a:pt x="0" y="3512079"/>
                </a:cubicBezTo>
                <a:lnTo>
                  <a:pt x="0" y="162558"/>
                </a:lnTo>
                <a:cubicBezTo>
                  <a:pt x="0" y="72780"/>
                  <a:pt x="72780" y="0"/>
                  <a:pt x="162558" y="0"/>
                </a:cubicBezTo>
                <a:close/>
              </a:path>
            </a:pathLst>
          </a:custGeom>
          <a:noFill/>
          <a:ln w="12700">
            <a:solidFill>
              <a:srgbClr val="8BC7FF"/>
            </a:solidFill>
          </a:ln>
          <a:effectLst>
            <a:outerShdw blurRad="342900" dist="250190" dir="1800000" algn="ctr">
              <a:srgbClr val="005DA2">
                <a:alpha val="7843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8" name="Text Placeholder 30">
            <a:extLst>
              <a:ext uri="{FF2B5EF4-FFF2-40B4-BE49-F238E27FC236}">
                <a16:creationId xmlns:a16="http://schemas.microsoft.com/office/drawing/2014/main" id="{43AA9E80-C2AF-3BB8-8F82-073426A71164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9294866" y="3228962"/>
            <a:ext cx="2347519" cy="390525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600">
                <a:latin typeface="+mn-lt"/>
              </a:rPr>
              <a:t>Heading (16pt)</a:t>
            </a:r>
            <a:endParaRPr lang="en-IN"/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EC678CB1-8201-BDA1-D490-C6B5085E2784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281486" y="3686083"/>
            <a:ext cx="2350432" cy="2448296"/>
          </a:xfrm>
        </p:spPr>
        <p:txBody>
          <a:bodyPr lIns="108000" tIns="108000" rIns="108000" bIns="10800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</a:t>
            </a:r>
            <a:br>
              <a:rPr lang="en-US"/>
            </a:br>
            <a:r>
              <a:rPr lang="en-US"/>
              <a:t>Font size: 12pt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80823F0-56EE-7B61-3B12-C614F0B1C857}"/>
              </a:ext>
            </a:extLst>
          </p:cNvPr>
          <p:cNvSpPr/>
          <p:nvPr userDrawn="1"/>
        </p:nvSpPr>
        <p:spPr>
          <a:xfrm>
            <a:off x="4454679" y="2226758"/>
            <a:ext cx="849795" cy="8498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4" name="Picture Placeholder 69">
            <a:extLst>
              <a:ext uri="{FF2B5EF4-FFF2-40B4-BE49-F238E27FC236}">
                <a16:creationId xmlns:a16="http://schemas.microsoft.com/office/drawing/2014/main" id="{50F0AF1E-72AC-76C7-207F-21B65480B279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4605830" y="2374861"/>
            <a:ext cx="547494" cy="547494"/>
          </a:xfrm>
          <a:prstGeom prst="ellipse">
            <a:avLst/>
          </a:prstGeo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Icon here</a:t>
            </a:r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D1FBAD-77E3-9A1F-6573-BE5F14FAC604}"/>
              </a:ext>
            </a:extLst>
          </p:cNvPr>
          <p:cNvSpPr/>
          <p:nvPr userDrawn="1"/>
        </p:nvSpPr>
        <p:spPr>
          <a:xfrm>
            <a:off x="7254244" y="2226758"/>
            <a:ext cx="849795" cy="8498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65" name="Picture Placeholder 69">
            <a:extLst>
              <a:ext uri="{FF2B5EF4-FFF2-40B4-BE49-F238E27FC236}">
                <a16:creationId xmlns:a16="http://schemas.microsoft.com/office/drawing/2014/main" id="{6744F194-500D-46A3-FAF2-AC843FD76A21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7405395" y="2374861"/>
            <a:ext cx="547494" cy="547494"/>
          </a:xfrm>
          <a:prstGeom prst="ellipse">
            <a:avLst/>
          </a:prstGeo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Icon here</a:t>
            </a:r>
            <a:endParaRPr lang="en-IN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CF9B239-5807-CF4E-162C-45E59C8225BF}"/>
              </a:ext>
            </a:extLst>
          </p:cNvPr>
          <p:cNvSpPr/>
          <p:nvPr userDrawn="1"/>
        </p:nvSpPr>
        <p:spPr>
          <a:xfrm>
            <a:off x="10042590" y="2226758"/>
            <a:ext cx="849795" cy="8498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67" name="Picture Placeholder 69">
            <a:extLst>
              <a:ext uri="{FF2B5EF4-FFF2-40B4-BE49-F238E27FC236}">
                <a16:creationId xmlns:a16="http://schemas.microsoft.com/office/drawing/2014/main" id="{E59B29E5-3B57-B8AE-06CB-102621A62570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0193741" y="2374861"/>
            <a:ext cx="547494" cy="547494"/>
          </a:xfrm>
          <a:prstGeom prst="ellipse">
            <a:avLst/>
          </a:prstGeo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Icon here</a:t>
            </a:r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15EA9D-CC52-1822-641F-ECBE4112770C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ECAC57A-0ABD-EA42-884A-F30F87937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B30857B-A958-A199-70D1-4C7FDF46088E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2BE824-6A88-696F-32CE-EC4B08C2A82A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44F5FFA-F325-1922-E848-8FA4D80D133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48">
            <a:extLst>
              <a:ext uri="{FF2B5EF4-FFF2-40B4-BE49-F238E27FC236}">
                <a16:creationId xmlns:a16="http://schemas.microsoft.com/office/drawing/2014/main" id="{9260237E-0126-4620-84B4-57CDBA818A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0088" y="1181879"/>
            <a:ext cx="11022976" cy="70485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1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lnSpc>
                <a:spcPct val="120000"/>
              </a:lnSpc>
              <a:buNone/>
              <a:defRPr sz="1600"/>
            </a:lvl2pPr>
            <a:lvl3pPr marL="914400" indent="0">
              <a:lnSpc>
                <a:spcPct val="120000"/>
              </a:lnSpc>
              <a:buNone/>
              <a:defRPr sz="1600"/>
            </a:lvl3pPr>
            <a:lvl4pPr marL="1371600" indent="0">
              <a:lnSpc>
                <a:spcPct val="120000"/>
              </a:lnSpc>
              <a:buNone/>
              <a:defRPr sz="1600"/>
            </a:lvl4pPr>
            <a:lvl5pPr marL="1828800" indent="0">
              <a:lnSpc>
                <a:spcPct val="120000"/>
              </a:lnSpc>
              <a:buNone/>
              <a:defRPr sz="1600"/>
            </a:lvl5pPr>
          </a:lstStyle>
          <a:p>
            <a:pPr marL="0" lvl="0" indent="0">
              <a:lnSpc>
                <a:spcPct val="120000"/>
              </a:lnSpc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044B449-F34F-9B97-2AE6-1FA87099FE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F8739D1C-F585-D510-8820-29F524D622B0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4">
              <a:extLst>
                <a:ext uri="{FF2B5EF4-FFF2-40B4-BE49-F238E27FC236}">
                  <a16:creationId xmlns:a16="http://schemas.microsoft.com/office/drawing/2014/main" id="{DAC975C9-FEEE-C85F-ED6E-9EEEBEB55DE7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AC9D99D5-CAC1-6000-64E3-D3FC6B68EC14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8ED52FB9-BD4C-2E89-AE5F-D507970BB35F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7">
              <a:extLst>
                <a:ext uri="{FF2B5EF4-FFF2-40B4-BE49-F238E27FC236}">
                  <a16:creationId xmlns:a16="http://schemas.microsoft.com/office/drawing/2014/main" id="{4A21FD05-F5B0-A922-8AB1-060800F1799D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8">
              <a:extLst>
                <a:ext uri="{FF2B5EF4-FFF2-40B4-BE49-F238E27FC236}">
                  <a16:creationId xmlns:a16="http://schemas.microsoft.com/office/drawing/2014/main" id="{F29EA7E5-942C-E51D-2188-E05A45ED2C14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9">
              <a:extLst>
                <a:ext uri="{FF2B5EF4-FFF2-40B4-BE49-F238E27FC236}">
                  <a16:creationId xmlns:a16="http://schemas.microsoft.com/office/drawing/2014/main" id="{45619413-EEC8-4AE0-EEB3-EC2DD391D6FB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40">
              <a:extLst>
                <a:ext uri="{FF2B5EF4-FFF2-40B4-BE49-F238E27FC236}">
                  <a16:creationId xmlns:a16="http://schemas.microsoft.com/office/drawing/2014/main" id="{835A74C2-4C6E-18E3-DBFA-C469732E4605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58483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Infogrphic (Proces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207174-36E8-D6A3-3001-C8B6DC769B8C}"/>
              </a:ext>
            </a:extLst>
          </p:cNvPr>
          <p:cNvCxnSpPr>
            <a:cxnSpLocks/>
          </p:cNvCxnSpPr>
          <p:nvPr userDrawn="1"/>
        </p:nvCxnSpPr>
        <p:spPr>
          <a:xfrm>
            <a:off x="838200" y="3348417"/>
            <a:ext cx="10885488" cy="0"/>
          </a:xfrm>
          <a:prstGeom prst="line">
            <a:avLst/>
          </a:prstGeom>
          <a:ln w="28575">
            <a:solidFill>
              <a:schemeClr val="accent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32F91FD9-14D2-A639-AA1D-00096A0E7C10}"/>
              </a:ext>
            </a:extLst>
          </p:cNvPr>
          <p:cNvSpPr/>
          <p:nvPr userDrawn="1"/>
        </p:nvSpPr>
        <p:spPr>
          <a:xfrm>
            <a:off x="1489475" y="2938022"/>
            <a:ext cx="772541" cy="77255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4589A2E-973A-73E2-D1F5-7F7309443DE9}"/>
              </a:ext>
            </a:extLst>
          </p:cNvPr>
          <p:cNvSpPr/>
          <p:nvPr userDrawn="1"/>
        </p:nvSpPr>
        <p:spPr>
          <a:xfrm>
            <a:off x="1317830" y="2766388"/>
            <a:ext cx="1115831" cy="1115826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32" name="Picture Placeholder 69">
            <a:extLst>
              <a:ext uri="{FF2B5EF4-FFF2-40B4-BE49-F238E27FC236}">
                <a16:creationId xmlns:a16="http://schemas.microsoft.com/office/drawing/2014/main" id="{F5193D4C-EAB2-C1D9-2111-A04DB56E6EE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26885" y="3072383"/>
            <a:ext cx="497722" cy="497722"/>
          </a:xfrm>
          <a:prstGeom prst="ellipse">
            <a:avLst/>
          </a:prstGeom>
          <a:effectLst/>
        </p:spPr>
        <p:txBody>
          <a:bodyPr vert="horz" lIns="0" tIns="45720" rIns="0" bIns="45720" rtlCol="0" anchor="ctr">
            <a:normAutofit/>
          </a:bodyPr>
          <a:lstStyle>
            <a:lvl1pPr>
              <a:defRPr lang="en-IN" sz="600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Insert Icon here</a:t>
            </a:r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5A29AE1-A3A2-0CF4-97F2-1C0BF4533D18}"/>
              </a:ext>
            </a:extLst>
          </p:cNvPr>
          <p:cNvSpPr/>
          <p:nvPr userDrawn="1"/>
        </p:nvSpPr>
        <p:spPr>
          <a:xfrm>
            <a:off x="3660722" y="2938022"/>
            <a:ext cx="772541" cy="77255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0640625-5A96-2D4F-9BC7-B704FD6B63D1}"/>
              </a:ext>
            </a:extLst>
          </p:cNvPr>
          <p:cNvSpPr/>
          <p:nvPr userDrawn="1"/>
        </p:nvSpPr>
        <p:spPr>
          <a:xfrm>
            <a:off x="3490025" y="2766388"/>
            <a:ext cx="1115832" cy="1115826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38" name="Picture Placeholder 69">
            <a:extLst>
              <a:ext uri="{FF2B5EF4-FFF2-40B4-BE49-F238E27FC236}">
                <a16:creationId xmlns:a16="http://schemas.microsoft.com/office/drawing/2014/main" id="{1F546712-812E-02EB-4397-0151C17E4B93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798132" y="3072383"/>
            <a:ext cx="497722" cy="497722"/>
          </a:xfrm>
          <a:prstGeom prst="ellipse">
            <a:avLst/>
          </a:prstGeom>
          <a:effectLst/>
        </p:spPr>
        <p:txBody>
          <a:bodyPr vert="horz" lIns="0" tIns="45720" rIns="0" bIns="45720" rtlCol="0" anchor="ctr">
            <a:normAutofit/>
          </a:bodyPr>
          <a:lstStyle>
            <a:lvl1pPr>
              <a:defRPr lang="en-IN" sz="600" dirty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Icon here</a:t>
            </a:r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0B79A55-19E1-704F-8B3A-BB46D7C150E2}"/>
              </a:ext>
            </a:extLst>
          </p:cNvPr>
          <p:cNvSpPr/>
          <p:nvPr userDrawn="1"/>
        </p:nvSpPr>
        <p:spPr>
          <a:xfrm>
            <a:off x="5833866" y="2938022"/>
            <a:ext cx="772541" cy="77255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BD09D0D-31A7-3AE3-A7ED-B9C4C304632D}"/>
              </a:ext>
            </a:extLst>
          </p:cNvPr>
          <p:cNvSpPr/>
          <p:nvPr userDrawn="1"/>
        </p:nvSpPr>
        <p:spPr>
          <a:xfrm>
            <a:off x="5662221" y="2766388"/>
            <a:ext cx="1115831" cy="1115826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43" name="Picture Placeholder 69">
            <a:extLst>
              <a:ext uri="{FF2B5EF4-FFF2-40B4-BE49-F238E27FC236}">
                <a16:creationId xmlns:a16="http://schemas.microsoft.com/office/drawing/2014/main" id="{93A667E3-2EDB-E7D3-5440-BB26F7F62FE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971275" y="3072383"/>
            <a:ext cx="497722" cy="497722"/>
          </a:xfrm>
          <a:prstGeom prst="ellipse">
            <a:avLst/>
          </a:prstGeom>
          <a:effectLst/>
        </p:spPr>
        <p:txBody>
          <a:bodyPr vert="horz" lIns="0" tIns="45720" rIns="0" bIns="45720" rtlCol="0" anchor="ctr">
            <a:normAutofit/>
          </a:bodyPr>
          <a:lstStyle>
            <a:lvl1pPr>
              <a:defRPr lang="en-IN" sz="600" dirty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Icon here</a:t>
            </a:r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B13F796-9C8A-FC5E-C2D3-C04B8F8DDB14}"/>
              </a:ext>
            </a:extLst>
          </p:cNvPr>
          <p:cNvSpPr/>
          <p:nvPr userDrawn="1"/>
        </p:nvSpPr>
        <p:spPr>
          <a:xfrm>
            <a:off x="8006061" y="2938022"/>
            <a:ext cx="772541" cy="77255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2BA1BDB-B889-6E9D-7097-694D7139BDB6}"/>
              </a:ext>
            </a:extLst>
          </p:cNvPr>
          <p:cNvSpPr/>
          <p:nvPr userDrawn="1"/>
        </p:nvSpPr>
        <p:spPr>
          <a:xfrm>
            <a:off x="7834416" y="2766388"/>
            <a:ext cx="1115831" cy="1115826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47" name="Picture Placeholder 69">
            <a:extLst>
              <a:ext uri="{FF2B5EF4-FFF2-40B4-BE49-F238E27FC236}">
                <a16:creationId xmlns:a16="http://schemas.microsoft.com/office/drawing/2014/main" id="{25EC3D7D-F75E-B1B7-119B-13417E408B6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43470" y="3072383"/>
            <a:ext cx="497722" cy="497722"/>
          </a:xfrm>
          <a:prstGeom prst="ellipse">
            <a:avLst/>
          </a:prstGeom>
          <a:effectLst/>
        </p:spPr>
        <p:txBody>
          <a:bodyPr vert="horz" lIns="0" tIns="45720" rIns="0" bIns="45720" rtlCol="0" anchor="ctr">
            <a:normAutofit/>
          </a:bodyPr>
          <a:lstStyle>
            <a:lvl1pPr>
              <a:defRPr lang="en-IN" sz="600" dirty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Icon here</a:t>
            </a:r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7514504-3787-B544-6481-AD921D9F0F2A}"/>
              </a:ext>
            </a:extLst>
          </p:cNvPr>
          <p:cNvSpPr/>
          <p:nvPr userDrawn="1"/>
        </p:nvSpPr>
        <p:spPr>
          <a:xfrm>
            <a:off x="10178257" y="2938022"/>
            <a:ext cx="772541" cy="77255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E5A37AC-0B5C-06DE-878E-36928889EB46}"/>
              </a:ext>
            </a:extLst>
          </p:cNvPr>
          <p:cNvSpPr/>
          <p:nvPr userDrawn="1"/>
        </p:nvSpPr>
        <p:spPr>
          <a:xfrm>
            <a:off x="10006612" y="2766388"/>
            <a:ext cx="1115831" cy="1115826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50" name="Picture Placeholder 69">
            <a:extLst>
              <a:ext uri="{FF2B5EF4-FFF2-40B4-BE49-F238E27FC236}">
                <a16:creationId xmlns:a16="http://schemas.microsoft.com/office/drawing/2014/main" id="{141E59D8-F83B-153D-936C-D441CC09F04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315667" y="3072383"/>
            <a:ext cx="497722" cy="497722"/>
          </a:xfrm>
          <a:prstGeom prst="ellipse">
            <a:avLst/>
          </a:prstGeom>
          <a:effectLst/>
        </p:spPr>
        <p:txBody>
          <a:bodyPr vert="horz" lIns="0" tIns="45720" rIns="0" bIns="45720" rtlCol="0" anchor="ctr">
            <a:normAutofit/>
          </a:bodyPr>
          <a:lstStyle>
            <a:lvl1pPr>
              <a:defRPr lang="en-IN" sz="600" dirty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Icon here</a:t>
            </a:r>
            <a:endParaRPr lang="en-IN"/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F9B554AE-845D-56F6-A01C-960AAADEE2F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5962" y="2336643"/>
            <a:ext cx="1900213" cy="31830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(16pt)</a:t>
            </a:r>
          </a:p>
        </p:txBody>
      </p:sp>
      <p:sp>
        <p:nvSpPr>
          <p:cNvPr id="52" name="Text Placeholder 58">
            <a:extLst>
              <a:ext uri="{FF2B5EF4-FFF2-40B4-BE49-F238E27FC236}">
                <a16:creationId xmlns:a16="http://schemas.microsoft.com/office/drawing/2014/main" id="{C5B9A6E8-187F-0ECE-586E-06CF37A1900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15962" y="3980500"/>
            <a:ext cx="1900213" cy="211534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  <a:lvl2pPr marL="457200" indent="0" algn="ctr">
              <a:lnSpc>
                <a:spcPct val="100000"/>
              </a:lnSpc>
              <a:buNone/>
              <a:defRPr sz="1200"/>
            </a:lvl2pPr>
            <a:lvl3pPr marL="914400" indent="0" algn="ctr">
              <a:lnSpc>
                <a:spcPct val="100000"/>
              </a:lnSpc>
              <a:buNone/>
              <a:defRPr sz="1200"/>
            </a:lvl3pPr>
            <a:lvl4pPr marL="1371600" indent="0" algn="ctr">
              <a:lnSpc>
                <a:spcPct val="100000"/>
              </a:lnSpc>
              <a:buNone/>
              <a:defRPr sz="1200"/>
            </a:lvl4pPr>
            <a:lvl5pPr marL="182880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62" name="Text Placeholder 45">
            <a:extLst>
              <a:ext uri="{FF2B5EF4-FFF2-40B4-BE49-F238E27FC236}">
                <a16:creationId xmlns:a16="http://schemas.microsoft.com/office/drawing/2014/main" id="{2C5AC2E4-69BB-F9A3-9B2F-B3FEACD428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087093" y="2336643"/>
            <a:ext cx="1900213" cy="31830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(16pt)</a:t>
            </a:r>
          </a:p>
        </p:txBody>
      </p:sp>
      <p:sp>
        <p:nvSpPr>
          <p:cNvPr id="75" name="Text Placeholder 58">
            <a:extLst>
              <a:ext uri="{FF2B5EF4-FFF2-40B4-BE49-F238E27FC236}">
                <a16:creationId xmlns:a16="http://schemas.microsoft.com/office/drawing/2014/main" id="{1C1B4B79-8E10-D05B-F102-07BBD815441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087093" y="3980500"/>
            <a:ext cx="1900213" cy="211534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  <a:lvl2pPr marL="457200" indent="0" algn="ctr">
              <a:lnSpc>
                <a:spcPct val="100000"/>
              </a:lnSpc>
              <a:buNone/>
              <a:defRPr sz="1200"/>
            </a:lvl2pPr>
            <a:lvl3pPr marL="914400" indent="0" algn="ctr">
              <a:lnSpc>
                <a:spcPct val="100000"/>
              </a:lnSpc>
              <a:buNone/>
              <a:defRPr sz="1200"/>
            </a:lvl3pPr>
            <a:lvl4pPr marL="1371600" indent="0" algn="ctr">
              <a:lnSpc>
                <a:spcPct val="100000"/>
              </a:lnSpc>
              <a:buNone/>
              <a:defRPr sz="1200"/>
            </a:lvl4pPr>
            <a:lvl5pPr marL="182880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76" name="Text Placeholder 45">
            <a:extLst>
              <a:ext uri="{FF2B5EF4-FFF2-40B4-BE49-F238E27FC236}">
                <a16:creationId xmlns:a16="http://schemas.microsoft.com/office/drawing/2014/main" id="{CD881B4C-8043-3466-5917-B4821809801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64674" y="2336643"/>
            <a:ext cx="1900213" cy="31830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(16pt)</a:t>
            </a:r>
          </a:p>
        </p:txBody>
      </p:sp>
      <p:sp>
        <p:nvSpPr>
          <p:cNvPr id="77" name="Text Placeholder 58">
            <a:extLst>
              <a:ext uri="{FF2B5EF4-FFF2-40B4-BE49-F238E27FC236}">
                <a16:creationId xmlns:a16="http://schemas.microsoft.com/office/drawing/2014/main" id="{21B27096-D389-62CF-3987-469B47637F0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264674" y="3980500"/>
            <a:ext cx="1900213" cy="211534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  <a:lvl2pPr marL="457200" indent="0" algn="ctr">
              <a:lnSpc>
                <a:spcPct val="100000"/>
              </a:lnSpc>
              <a:buNone/>
              <a:defRPr sz="1200"/>
            </a:lvl2pPr>
            <a:lvl3pPr marL="914400" indent="0" algn="ctr">
              <a:lnSpc>
                <a:spcPct val="100000"/>
              </a:lnSpc>
              <a:buNone/>
              <a:defRPr sz="1200"/>
            </a:lvl3pPr>
            <a:lvl4pPr marL="1371600" indent="0" algn="ctr">
              <a:lnSpc>
                <a:spcPct val="100000"/>
              </a:lnSpc>
              <a:buNone/>
              <a:defRPr sz="1200"/>
            </a:lvl4pPr>
            <a:lvl5pPr marL="182880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0F561BF7-44C2-1AEA-AE4C-8550A3B975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36960" y="2336643"/>
            <a:ext cx="1900213" cy="31830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(16pt)</a:t>
            </a:r>
          </a:p>
        </p:txBody>
      </p:sp>
      <p:sp>
        <p:nvSpPr>
          <p:cNvPr id="79" name="Text Placeholder 58">
            <a:extLst>
              <a:ext uri="{FF2B5EF4-FFF2-40B4-BE49-F238E27FC236}">
                <a16:creationId xmlns:a16="http://schemas.microsoft.com/office/drawing/2014/main" id="{FB1C55EE-D9C6-FA0C-6463-7DEFD4D1C2D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36960" y="3980500"/>
            <a:ext cx="1900213" cy="211534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  <a:lvl2pPr marL="457200" indent="0" algn="ctr">
              <a:lnSpc>
                <a:spcPct val="100000"/>
              </a:lnSpc>
              <a:buNone/>
              <a:defRPr sz="1200"/>
            </a:lvl2pPr>
            <a:lvl3pPr marL="914400" indent="0" algn="ctr">
              <a:lnSpc>
                <a:spcPct val="100000"/>
              </a:lnSpc>
              <a:buNone/>
              <a:defRPr sz="1200"/>
            </a:lvl3pPr>
            <a:lvl4pPr marL="1371600" indent="0" algn="ctr">
              <a:lnSpc>
                <a:spcPct val="100000"/>
              </a:lnSpc>
              <a:buNone/>
              <a:defRPr sz="1200"/>
            </a:lvl4pPr>
            <a:lvl5pPr marL="182880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C5DDBED7-0F9C-93CA-4250-74FB83E1322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94344" y="2336642"/>
            <a:ext cx="2127706" cy="356409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(16pt)</a:t>
            </a:r>
          </a:p>
        </p:txBody>
      </p:sp>
      <p:sp>
        <p:nvSpPr>
          <p:cNvPr id="81" name="Text Placeholder 58">
            <a:extLst>
              <a:ext uri="{FF2B5EF4-FFF2-40B4-BE49-F238E27FC236}">
                <a16:creationId xmlns:a16="http://schemas.microsoft.com/office/drawing/2014/main" id="{0DF929B4-24A1-7D81-EA66-52FFECB9985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08091" y="3980500"/>
            <a:ext cx="1900213" cy="211534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  <a:lvl2pPr marL="457200" indent="0" algn="ctr">
              <a:lnSpc>
                <a:spcPct val="100000"/>
              </a:lnSpc>
              <a:buNone/>
              <a:defRPr sz="1200"/>
            </a:lvl2pPr>
            <a:lvl3pPr marL="914400" indent="0" algn="ctr">
              <a:lnSpc>
                <a:spcPct val="100000"/>
              </a:lnSpc>
              <a:buNone/>
              <a:defRPr sz="1200"/>
            </a:lvl3pPr>
            <a:lvl4pPr marL="1371600" indent="0" algn="ctr">
              <a:lnSpc>
                <a:spcPct val="100000"/>
              </a:lnSpc>
              <a:buNone/>
              <a:defRPr sz="1200"/>
            </a:lvl4pPr>
            <a:lvl5pPr marL="182880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A5CAEA-4FBF-3EB8-910F-71014E95CDEF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976A7C5-B420-F8A2-63BE-F8602057F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521D9CB3-241B-C318-AB47-5401C3A79BCA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936CE0-1E4E-3E14-F49D-1DA05D62B4E7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8971B02-0D88-1512-7882-6645052954E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48">
            <a:extLst>
              <a:ext uri="{FF2B5EF4-FFF2-40B4-BE49-F238E27FC236}">
                <a16:creationId xmlns:a16="http://schemas.microsoft.com/office/drawing/2014/main" id="{E4895FCB-0BC1-11A8-D898-BE19FDC8D1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0088" y="1181879"/>
            <a:ext cx="11022976" cy="70485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1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lnSpc>
                <a:spcPct val="120000"/>
              </a:lnSpc>
              <a:buNone/>
              <a:defRPr sz="1600"/>
            </a:lvl2pPr>
            <a:lvl3pPr marL="914400" indent="0">
              <a:lnSpc>
                <a:spcPct val="120000"/>
              </a:lnSpc>
              <a:buNone/>
              <a:defRPr sz="1600"/>
            </a:lvl3pPr>
            <a:lvl4pPr marL="1371600" indent="0">
              <a:lnSpc>
                <a:spcPct val="120000"/>
              </a:lnSpc>
              <a:buNone/>
              <a:defRPr sz="1600"/>
            </a:lvl4pPr>
            <a:lvl5pPr marL="1828800" indent="0">
              <a:lnSpc>
                <a:spcPct val="120000"/>
              </a:lnSpc>
              <a:buNone/>
              <a:defRPr sz="1600"/>
            </a:lvl5pPr>
          </a:lstStyle>
          <a:p>
            <a:pPr marL="0" lvl="0" indent="0">
              <a:lnSpc>
                <a:spcPct val="120000"/>
              </a:lnSpc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670FD3-A3FD-2CC4-5C9C-A26C5C678F8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CAE8EEF5-8CBC-12AB-A1CF-B5A94F2E7F00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4">
              <a:extLst>
                <a:ext uri="{FF2B5EF4-FFF2-40B4-BE49-F238E27FC236}">
                  <a16:creationId xmlns:a16="http://schemas.microsoft.com/office/drawing/2014/main" id="{7660D33F-1019-E266-CCAA-11675B91D6D0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FBD0B305-8627-502E-8F72-7703C4FF6D9B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69064350-32B4-137F-6301-B6EEC2141CC4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7">
              <a:extLst>
                <a:ext uri="{FF2B5EF4-FFF2-40B4-BE49-F238E27FC236}">
                  <a16:creationId xmlns:a16="http://schemas.microsoft.com/office/drawing/2014/main" id="{5CBAE9BE-9D94-85E9-9A8D-62FFD144C27E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8">
              <a:extLst>
                <a:ext uri="{FF2B5EF4-FFF2-40B4-BE49-F238E27FC236}">
                  <a16:creationId xmlns:a16="http://schemas.microsoft.com/office/drawing/2014/main" id="{BAA0CB35-8F7A-3E3B-FC6C-E4200F058DB5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9">
              <a:extLst>
                <a:ext uri="{FF2B5EF4-FFF2-40B4-BE49-F238E27FC236}">
                  <a16:creationId xmlns:a16="http://schemas.microsoft.com/office/drawing/2014/main" id="{FE14BFB3-21F2-2AFB-DCC3-388994707BFD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40">
              <a:extLst>
                <a:ext uri="{FF2B5EF4-FFF2-40B4-BE49-F238E27FC236}">
                  <a16:creationId xmlns:a16="http://schemas.microsoft.com/office/drawing/2014/main" id="{03C97A44-4862-ED4B-5303-C13D3164C24E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936109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AF21088-3B72-0DA1-4B41-C757D3026488}"/>
              </a:ext>
            </a:extLst>
          </p:cNvPr>
          <p:cNvSpPr/>
          <p:nvPr userDrawn="1"/>
        </p:nvSpPr>
        <p:spPr>
          <a:xfrm>
            <a:off x="838200" y="3116318"/>
            <a:ext cx="1669473" cy="152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7B0C33-3CE2-9128-01A4-A26E5D8C5763}"/>
              </a:ext>
            </a:extLst>
          </p:cNvPr>
          <p:cNvSpPr/>
          <p:nvPr/>
        </p:nvSpPr>
        <p:spPr>
          <a:xfrm>
            <a:off x="1270106" y="2781651"/>
            <a:ext cx="792000" cy="792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F15473D-5800-B900-D3E6-C34F199291B9}"/>
              </a:ext>
            </a:extLst>
          </p:cNvPr>
          <p:cNvSpPr/>
          <p:nvPr/>
        </p:nvSpPr>
        <p:spPr>
          <a:xfrm>
            <a:off x="1364244" y="2878533"/>
            <a:ext cx="612000" cy="612000"/>
          </a:xfrm>
          <a:prstGeom prst="ellipse">
            <a:avLst/>
          </a:prstGeom>
          <a:solidFill>
            <a:schemeClr val="bg1"/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39A83C-5DDC-AA40-50D1-9417F7582537}"/>
              </a:ext>
            </a:extLst>
          </p:cNvPr>
          <p:cNvSpPr/>
          <p:nvPr userDrawn="1"/>
        </p:nvSpPr>
        <p:spPr>
          <a:xfrm>
            <a:off x="2607426" y="3116318"/>
            <a:ext cx="1669473" cy="152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9E4E4B-AE7D-042B-0D78-C05A9A68939E}"/>
              </a:ext>
            </a:extLst>
          </p:cNvPr>
          <p:cNvSpPr/>
          <p:nvPr/>
        </p:nvSpPr>
        <p:spPr>
          <a:xfrm>
            <a:off x="3039718" y="2781651"/>
            <a:ext cx="792000" cy="792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B568C0-5093-9CF5-1906-2A3609C76640}"/>
              </a:ext>
            </a:extLst>
          </p:cNvPr>
          <p:cNvSpPr/>
          <p:nvPr/>
        </p:nvSpPr>
        <p:spPr>
          <a:xfrm>
            <a:off x="3133856" y="2878533"/>
            <a:ext cx="612000" cy="612000"/>
          </a:xfrm>
          <a:prstGeom prst="ellipse">
            <a:avLst/>
          </a:prstGeom>
          <a:solidFill>
            <a:schemeClr val="bg1"/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B2BFD4-A666-661C-FA5D-D06D397CDEBD}"/>
              </a:ext>
            </a:extLst>
          </p:cNvPr>
          <p:cNvSpPr/>
          <p:nvPr userDrawn="1"/>
        </p:nvSpPr>
        <p:spPr>
          <a:xfrm>
            <a:off x="4376652" y="3116318"/>
            <a:ext cx="1669473" cy="152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627440-7EC8-2BDD-DBA4-95DE8851CEF0}"/>
              </a:ext>
            </a:extLst>
          </p:cNvPr>
          <p:cNvSpPr/>
          <p:nvPr/>
        </p:nvSpPr>
        <p:spPr>
          <a:xfrm>
            <a:off x="4808944" y="2781651"/>
            <a:ext cx="792000" cy="792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30ED1B-5BDD-0CCC-BDA9-7D658DB7BB7B}"/>
              </a:ext>
            </a:extLst>
          </p:cNvPr>
          <p:cNvSpPr/>
          <p:nvPr/>
        </p:nvSpPr>
        <p:spPr>
          <a:xfrm>
            <a:off x="4903082" y="2878533"/>
            <a:ext cx="612000" cy="612000"/>
          </a:xfrm>
          <a:prstGeom prst="ellipse">
            <a:avLst/>
          </a:prstGeom>
          <a:solidFill>
            <a:schemeClr val="bg1"/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D9FF79C-117D-91E6-78F6-CB2553C10196}"/>
              </a:ext>
            </a:extLst>
          </p:cNvPr>
          <p:cNvSpPr/>
          <p:nvPr userDrawn="1"/>
        </p:nvSpPr>
        <p:spPr>
          <a:xfrm>
            <a:off x="6145878" y="3116318"/>
            <a:ext cx="1669473" cy="152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21A3457-9E5D-2BA6-FB0F-C484C9F802D4}"/>
              </a:ext>
            </a:extLst>
          </p:cNvPr>
          <p:cNvSpPr/>
          <p:nvPr/>
        </p:nvSpPr>
        <p:spPr>
          <a:xfrm>
            <a:off x="6576251" y="2781650"/>
            <a:ext cx="792000" cy="792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7842A17-A102-F519-74C5-A3B4132B180C}"/>
              </a:ext>
            </a:extLst>
          </p:cNvPr>
          <p:cNvSpPr/>
          <p:nvPr/>
        </p:nvSpPr>
        <p:spPr>
          <a:xfrm>
            <a:off x="6670389" y="2878533"/>
            <a:ext cx="612000" cy="612000"/>
          </a:xfrm>
          <a:prstGeom prst="ellipse">
            <a:avLst/>
          </a:prstGeom>
          <a:solidFill>
            <a:schemeClr val="bg1"/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0E3C164-B2D9-39C6-9556-571899E5912C}"/>
              </a:ext>
            </a:extLst>
          </p:cNvPr>
          <p:cNvSpPr/>
          <p:nvPr userDrawn="1"/>
        </p:nvSpPr>
        <p:spPr>
          <a:xfrm>
            <a:off x="7915104" y="3116318"/>
            <a:ext cx="1669473" cy="152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F16CE3A-9089-C99C-251D-868F5DEDBF57}"/>
              </a:ext>
            </a:extLst>
          </p:cNvPr>
          <p:cNvSpPr/>
          <p:nvPr/>
        </p:nvSpPr>
        <p:spPr>
          <a:xfrm>
            <a:off x="8343558" y="2781650"/>
            <a:ext cx="792000" cy="792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CD8253C-5071-787F-1BAF-7489995CBA1E}"/>
              </a:ext>
            </a:extLst>
          </p:cNvPr>
          <p:cNvSpPr/>
          <p:nvPr/>
        </p:nvSpPr>
        <p:spPr>
          <a:xfrm>
            <a:off x="8437696" y="2878533"/>
            <a:ext cx="612000" cy="612000"/>
          </a:xfrm>
          <a:prstGeom prst="ellipse">
            <a:avLst/>
          </a:prstGeom>
          <a:solidFill>
            <a:schemeClr val="bg1"/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EB92F1C-A907-EEA1-0184-7096DDE832EC}"/>
              </a:ext>
            </a:extLst>
          </p:cNvPr>
          <p:cNvSpPr/>
          <p:nvPr userDrawn="1"/>
        </p:nvSpPr>
        <p:spPr>
          <a:xfrm>
            <a:off x="9684329" y="3116318"/>
            <a:ext cx="1669473" cy="152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323B620-66E0-BE84-B20E-1B97013D7D45}"/>
              </a:ext>
            </a:extLst>
          </p:cNvPr>
          <p:cNvSpPr/>
          <p:nvPr/>
        </p:nvSpPr>
        <p:spPr>
          <a:xfrm>
            <a:off x="10110865" y="2781650"/>
            <a:ext cx="792000" cy="792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0A824A7-BE39-A624-97A1-04CF66A892F6}"/>
              </a:ext>
            </a:extLst>
          </p:cNvPr>
          <p:cNvSpPr/>
          <p:nvPr/>
        </p:nvSpPr>
        <p:spPr>
          <a:xfrm>
            <a:off x="10205003" y="2878533"/>
            <a:ext cx="612000" cy="612000"/>
          </a:xfrm>
          <a:prstGeom prst="ellipse">
            <a:avLst/>
          </a:prstGeom>
          <a:solidFill>
            <a:schemeClr val="bg1"/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8B354618-5173-018D-360F-E38E9822D171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817430" y="2318750"/>
            <a:ext cx="1687193" cy="31830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(16pt)</a:t>
            </a:r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B8A5CDC5-5AA5-2EDD-0351-DCCF898CCD5D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2598564" y="2318750"/>
            <a:ext cx="1687193" cy="31830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(16pt)</a:t>
            </a:r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A250D105-F651-5B76-DB32-A43E50C509A6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4376652" y="2318750"/>
            <a:ext cx="1687193" cy="31830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(16pt)</a:t>
            </a:r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61C3486A-2B58-CC83-A9F6-12A6337F7170}"/>
              </a:ext>
            </a:extLst>
          </p:cNvPr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6137015" y="2318750"/>
            <a:ext cx="1687193" cy="31830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(16pt)</a:t>
            </a:r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02FB8C44-8DFE-2865-A30F-6624E0A151D3}"/>
              </a:ext>
            </a:extLst>
          </p:cNvPr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7915104" y="2318750"/>
            <a:ext cx="1687193" cy="31830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(16pt)</a:t>
            </a:r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214EE6BB-AE79-F973-55C4-C0C3B1A9AF30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9675467" y="2318750"/>
            <a:ext cx="1687193" cy="31830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1">
                <a:solidFill>
                  <a:schemeClr val="accent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 (16pt)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E466EC6A-C75A-4DFF-C22D-92903AB99784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812507" y="3630305"/>
            <a:ext cx="1697038" cy="244765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  <a:lvl2pPr marL="457200" indent="0" algn="ctr">
              <a:lnSpc>
                <a:spcPct val="100000"/>
              </a:lnSpc>
              <a:buNone/>
              <a:defRPr sz="1200"/>
            </a:lvl2pPr>
            <a:lvl3pPr marL="914400" indent="0" algn="ctr">
              <a:lnSpc>
                <a:spcPct val="100000"/>
              </a:lnSpc>
              <a:buNone/>
              <a:defRPr sz="1200"/>
            </a:lvl3pPr>
            <a:lvl4pPr marL="1371600" indent="0" algn="ctr">
              <a:lnSpc>
                <a:spcPct val="100000"/>
              </a:lnSpc>
              <a:buNone/>
              <a:defRPr sz="1200"/>
            </a:lvl4pPr>
            <a:lvl5pPr marL="182880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60" name="Text Placeholder 58">
            <a:extLst>
              <a:ext uri="{FF2B5EF4-FFF2-40B4-BE49-F238E27FC236}">
                <a16:creationId xmlns:a16="http://schemas.microsoft.com/office/drawing/2014/main" id="{05E6C50E-0030-C621-527C-C00EF883AF50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2593641" y="3630305"/>
            <a:ext cx="1697038" cy="244765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  <a:lvl2pPr marL="457200" indent="0" algn="ctr">
              <a:lnSpc>
                <a:spcPct val="100000"/>
              </a:lnSpc>
              <a:buNone/>
              <a:defRPr sz="1200"/>
            </a:lvl2pPr>
            <a:lvl3pPr marL="914400" indent="0" algn="ctr">
              <a:lnSpc>
                <a:spcPct val="100000"/>
              </a:lnSpc>
              <a:buNone/>
              <a:defRPr sz="1200"/>
            </a:lvl3pPr>
            <a:lvl4pPr marL="1371600" indent="0" algn="ctr">
              <a:lnSpc>
                <a:spcPct val="100000"/>
              </a:lnSpc>
              <a:buNone/>
              <a:defRPr sz="1200"/>
            </a:lvl4pPr>
            <a:lvl5pPr marL="182880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63" name="Text Placeholder 58">
            <a:extLst>
              <a:ext uri="{FF2B5EF4-FFF2-40B4-BE49-F238E27FC236}">
                <a16:creationId xmlns:a16="http://schemas.microsoft.com/office/drawing/2014/main" id="{4CFC3275-E6D0-FC50-351F-D7E1EAFEDDBB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81258" y="3630305"/>
            <a:ext cx="1697038" cy="244765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  <a:lvl2pPr marL="457200" indent="0" algn="ctr">
              <a:lnSpc>
                <a:spcPct val="100000"/>
              </a:lnSpc>
              <a:buNone/>
              <a:defRPr sz="1200"/>
            </a:lvl2pPr>
            <a:lvl3pPr marL="914400" indent="0" algn="ctr">
              <a:lnSpc>
                <a:spcPct val="100000"/>
              </a:lnSpc>
              <a:buNone/>
              <a:defRPr sz="1200"/>
            </a:lvl3pPr>
            <a:lvl4pPr marL="1371600" indent="0" algn="ctr">
              <a:lnSpc>
                <a:spcPct val="100000"/>
              </a:lnSpc>
              <a:buNone/>
              <a:defRPr sz="1200"/>
            </a:lvl4pPr>
            <a:lvl5pPr marL="182880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65" name="Text Placeholder 58">
            <a:extLst>
              <a:ext uri="{FF2B5EF4-FFF2-40B4-BE49-F238E27FC236}">
                <a16:creationId xmlns:a16="http://schemas.microsoft.com/office/drawing/2014/main" id="{E95CFA69-C708-108C-0B22-5F0874A50963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6162392" y="3630305"/>
            <a:ext cx="1687193" cy="244765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  <a:lvl2pPr marL="457200" indent="0" algn="ctr">
              <a:lnSpc>
                <a:spcPct val="100000"/>
              </a:lnSpc>
              <a:buNone/>
              <a:defRPr sz="1200"/>
            </a:lvl2pPr>
            <a:lvl3pPr marL="914400" indent="0" algn="ctr">
              <a:lnSpc>
                <a:spcPct val="100000"/>
              </a:lnSpc>
              <a:buNone/>
              <a:defRPr sz="1200"/>
            </a:lvl3pPr>
            <a:lvl4pPr marL="1371600" indent="0" algn="ctr">
              <a:lnSpc>
                <a:spcPct val="100000"/>
              </a:lnSpc>
              <a:buNone/>
              <a:defRPr sz="1200"/>
            </a:lvl4pPr>
            <a:lvl5pPr marL="182880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66" name="Text Placeholder 58">
            <a:extLst>
              <a:ext uri="{FF2B5EF4-FFF2-40B4-BE49-F238E27FC236}">
                <a16:creationId xmlns:a16="http://schemas.microsoft.com/office/drawing/2014/main" id="{D7B428B6-5EA9-7E8E-F921-05FD2A7662E3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7917846" y="3630305"/>
            <a:ext cx="1697038" cy="244765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  <a:lvl2pPr marL="457200" indent="0" algn="ctr">
              <a:lnSpc>
                <a:spcPct val="100000"/>
              </a:lnSpc>
              <a:buNone/>
              <a:defRPr sz="1200"/>
            </a:lvl2pPr>
            <a:lvl3pPr marL="914400" indent="0" algn="ctr">
              <a:lnSpc>
                <a:spcPct val="100000"/>
              </a:lnSpc>
              <a:buNone/>
              <a:defRPr sz="1200"/>
            </a:lvl3pPr>
            <a:lvl4pPr marL="1371600" indent="0" algn="ctr">
              <a:lnSpc>
                <a:spcPct val="100000"/>
              </a:lnSpc>
              <a:buNone/>
              <a:defRPr sz="1200"/>
            </a:lvl4pPr>
            <a:lvl5pPr marL="182880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67" name="Text Placeholder 58">
            <a:extLst>
              <a:ext uri="{FF2B5EF4-FFF2-40B4-BE49-F238E27FC236}">
                <a16:creationId xmlns:a16="http://schemas.microsoft.com/office/drawing/2014/main" id="{982677B4-6AD5-74CC-1605-DE56728CAD5B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9698980" y="3630305"/>
            <a:ext cx="1687193" cy="244765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  <a:lvl2pPr marL="457200" indent="0" algn="ctr">
              <a:lnSpc>
                <a:spcPct val="100000"/>
              </a:lnSpc>
              <a:buNone/>
              <a:defRPr sz="1200"/>
            </a:lvl2pPr>
            <a:lvl3pPr marL="914400" indent="0" algn="ctr">
              <a:lnSpc>
                <a:spcPct val="100000"/>
              </a:lnSpc>
              <a:buNone/>
              <a:defRPr sz="1200"/>
            </a:lvl3pPr>
            <a:lvl4pPr marL="1371600" indent="0" algn="ctr">
              <a:lnSpc>
                <a:spcPct val="100000"/>
              </a:lnSpc>
              <a:buNone/>
              <a:defRPr sz="1200"/>
            </a:lvl4pPr>
            <a:lvl5pPr marL="1828800" indent="0" algn="ctr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en-US"/>
              <a:t>Lorem Ipsum is simply dummy text of the printing and typesetting industry </a:t>
            </a:r>
            <a:br>
              <a:rPr lang="en-US"/>
            </a:br>
            <a:r>
              <a:rPr lang="en-US"/>
              <a:t>Font Size: 12pts</a:t>
            </a:r>
            <a:endParaRPr lang="en-IN"/>
          </a:p>
        </p:txBody>
      </p:sp>
      <p:sp>
        <p:nvSpPr>
          <p:cNvPr id="68" name="Picture Placeholder 69">
            <a:extLst>
              <a:ext uri="{FF2B5EF4-FFF2-40B4-BE49-F238E27FC236}">
                <a16:creationId xmlns:a16="http://schemas.microsoft.com/office/drawing/2014/main" id="{F6984CE2-0656-DBAF-3525-D4F97C252D7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479133" y="2995593"/>
            <a:ext cx="373946" cy="373946"/>
          </a:xfrm>
          <a:prstGeom prst="ellipse">
            <a:avLst/>
          </a:prstGeom>
          <a:effectLst/>
        </p:spPr>
        <p:txBody>
          <a:bodyPr lIns="0" rIns="0" anchor="ctr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Icon here</a:t>
            </a:r>
            <a:endParaRPr lang="en-IN"/>
          </a:p>
        </p:txBody>
      </p:sp>
      <p:sp>
        <p:nvSpPr>
          <p:cNvPr id="69" name="Picture Placeholder 69">
            <a:extLst>
              <a:ext uri="{FF2B5EF4-FFF2-40B4-BE49-F238E27FC236}">
                <a16:creationId xmlns:a16="http://schemas.microsoft.com/office/drawing/2014/main" id="{CF4CE3A5-B036-7843-BEBA-1765327A2B57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246440" y="2995593"/>
            <a:ext cx="373946" cy="373946"/>
          </a:xfrm>
          <a:prstGeom prst="ellipse">
            <a:avLst/>
          </a:prstGeom>
          <a:effectLst/>
        </p:spPr>
        <p:txBody>
          <a:bodyPr lIns="0" rIns="0" anchor="ctr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Icon here</a:t>
            </a:r>
            <a:endParaRPr lang="en-IN"/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9CCCC631-6820-A32B-8F0C-081D911D07A2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5014152" y="2995593"/>
            <a:ext cx="373946" cy="373946"/>
          </a:xfrm>
          <a:prstGeom prst="ellipse">
            <a:avLst/>
          </a:prstGeom>
          <a:effectLst/>
        </p:spPr>
        <p:txBody>
          <a:bodyPr lIns="0" rIns="0" anchor="ctr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Icon here</a:t>
            </a:r>
            <a:endParaRPr lang="en-IN"/>
          </a:p>
        </p:txBody>
      </p:sp>
      <p:sp>
        <p:nvSpPr>
          <p:cNvPr id="71" name="Picture Placeholder 69">
            <a:extLst>
              <a:ext uri="{FF2B5EF4-FFF2-40B4-BE49-F238E27FC236}">
                <a16:creationId xmlns:a16="http://schemas.microsoft.com/office/drawing/2014/main" id="{83FF32A6-F507-D6F6-4660-D05D97F37D19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793638" y="2995593"/>
            <a:ext cx="373946" cy="373946"/>
          </a:xfrm>
          <a:prstGeom prst="ellipse">
            <a:avLst/>
          </a:prstGeom>
          <a:effectLst/>
        </p:spPr>
        <p:txBody>
          <a:bodyPr lIns="0" rIns="0" anchor="ctr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Icon here</a:t>
            </a:r>
            <a:endParaRPr lang="en-IN"/>
          </a:p>
        </p:txBody>
      </p:sp>
      <p:sp>
        <p:nvSpPr>
          <p:cNvPr id="73" name="Picture Placeholder 69">
            <a:extLst>
              <a:ext uri="{FF2B5EF4-FFF2-40B4-BE49-F238E27FC236}">
                <a16:creationId xmlns:a16="http://schemas.microsoft.com/office/drawing/2014/main" id="{BD2B7257-3BC9-C193-F657-20F6FFB1BF60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8552585" y="2995593"/>
            <a:ext cx="373946" cy="373946"/>
          </a:xfrm>
          <a:prstGeom prst="ellipse">
            <a:avLst/>
          </a:prstGeom>
          <a:effectLst/>
        </p:spPr>
        <p:txBody>
          <a:bodyPr lIns="0" rIns="0" anchor="ctr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Icon here</a:t>
            </a:r>
            <a:endParaRPr lang="en-IN"/>
          </a:p>
        </p:txBody>
      </p:sp>
      <p:sp>
        <p:nvSpPr>
          <p:cNvPr id="74" name="Picture Placeholder 69">
            <a:extLst>
              <a:ext uri="{FF2B5EF4-FFF2-40B4-BE49-F238E27FC236}">
                <a16:creationId xmlns:a16="http://schemas.microsoft.com/office/drawing/2014/main" id="{4E0C7659-CAAC-81F1-9A4A-8DD4030BE33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0319892" y="2995593"/>
            <a:ext cx="373946" cy="373946"/>
          </a:xfrm>
          <a:prstGeom prst="ellipse">
            <a:avLst/>
          </a:prstGeom>
          <a:effectLst/>
        </p:spPr>
        <p:txBody>
          <a:bodyPr lIns="0" rIns="0" anchor="ctr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Icon here</a:t>
            </a:r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C4BD38-8C36-52C9-4839-7D0C3E8B7018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B80BB33-8FFC-D764-F9B1-67F6EE10B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D145A7D-716A-AEAA-2D2B-BE2FC2319710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B12D4A-C4FF-5DB8-739D-3CB0F55457EA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EF737CC-2BF6-F2D7-9B89-483FBAF3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D1A9F333-756E-ECCF-3D5F-48F4F5E805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0088" y="1181879"/>
            <a:ext cx="11022976" cy="70485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1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lnSpc>
                <a:spcPct val="120000"/>
              </a:lnSpc>
              <a:buNone/>
              <a:defRPr sz="1600"/>
            </a:lvl2pPr>
            <a:lvl3pPr marL="914400" indent="0">
              <a:lnSpc>
                <a:spcPct val="120000"/>
              </a:lnSpc>
              <a:buNone/>
              <a:defRPr sz="1600"/>
            </a:lvl3pPr>
            <a:lvl4pPr marL="1371600" indent="0">
              <a:lnSpc>
                <a:spcPct val="120000"/>
              </a:lnSpc>
              <a:buNone/>
              <a:defRPr sz="1600"/>
            </a:lvl4pPr>
            <a:lvl5pPr marL="1828800" indent="0">
              <a:lnSpc>
                <a:spcPct val="120000"/>
              </a:lnSpc>
              <a:buNone/>
              <a:defRPr sz="1600"/>
            </a:lvl5pPr>
          </a:lstStyle>
          <a:p>
            <a:pPr marL="0" lvl="0" indent="0">
              <a:lnSpc>
                <a:spcPct val="120000"/>
              </a:lnSpc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2646C8-4DE1-7C1F-25CA-8A306BDBC1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4" name="Freeform: Shape 33">
              <a:extLst>
                <a:ext uri="{FF2B5EF4-FFF2-40B4-BE49-F238E27FC236}">
                  <a16:creationId xmlns:a16="http://schemas.microsoft.com/office/drawing/2014/main" id="{80B683FD-4EBD-A664-872E-AF31A8F89BDC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4">
              <a:extLst>
                <a:ext uri="{FF2B5EF4-FFF2-40B4-BE49-F238E27FC236}">
                  <a16:creationId xmlns:a16="http://schemas.microsoft.com/office/drawing/2014/main" id="{8E8A5E9F-4107-F1AB-8E2E-69A21B9B14D7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B4E9F7EE-4284-017B-96C0-C8521C895BCA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B6021C7C-B057-267F-D516-E3F6FD70A413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7">
              <a:extLst>
                <a:ext uri="{FF2B5EF4-FFF2-40B4-BE49-F238E27FC236}">
                  <a16:creationId xmlns:a16="http://schemas.microsoft.com/office/drawing/2014/main" id="{E8FBCC4B-1839-E918-4DF7-C306DAB0A00D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8">
              <a:extLst>
                <a:ext uri="{FF2B5EF4-FFF2-40B4-BE49-F238E27FC236}">
                  <a16:creationId xmlns:a16="http://schemas.microsoft.com/office/drawing/2014/main" id="{1B93C080-478E-6B50-2570-3CEDB647662A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39">
              <a:extLst>
                <a:ext uri="{FF2B5EF4-FFF2-40B4-BE49-F238E27FC236}">
                  <a16:creationId xmlns:a16="http://schemas.microsoft.com/office/drawing/2014/main" id="{B1666F17-96AD-5319-F624-9F8160E4CB49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40">
              <a:extLst>
                <a:ext uri="{FF2B5EF4-FFF2-40B4-BE49-F238E27FC236}">
                  <a16:creationId xmlns:a16="http://schemas.microsoft.com/office/drawing/2014/main" id="{F6EB49F0-7D78-2E99-5F98-91579CC110D2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852093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AC41FCD-1F5E-E2B4-B41C-6FE18B568E4A}"/>
              </a:ext>
            </a:extLst>
          </p:cNvPr>
          <p:cNvGrpSpPr/>
          <p:nvPr userDrawn="1"/>
        </p:nvGrpSpPr>
        <p:grpSpPr>
          <a:xfrm>
            <a:off x="840800" y="2328324"/>
            <a:ext cx="7529455" cy="1822433"/>
            <a:chOff x="2427850" y="3954801"/>
            <a:chExt cx="7529455" cy="212864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C855BE7-724E-DACC-10CC-982D98F261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850" y="3954801"/>
              <a:ext cx="0" cy="2128648"/>
            </a:xfrm>
            <a:prstGeom prst="line">
              <a:avLst/>
            </a:prstGeom>
            <a:ln w="95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C81DB1F-682B-E823-7F30-4EE467F49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6139" y="3954801"/>
              <a:ext cx="0" cy="2031615"/>
            </a:xfrm>
            <a:prstGeom prst="line">
              <a:avLst/>
            </a:prstGeom>
            <a:ln w="95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03CFE2A-DC8A-0064-46E3-E880552EB2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4224" y="3954801"/>
              <a:ext cx="0" cy="2128648"/>
            </a:xfrm>
            <a:prstGeom prst="line">
              <a:avLst/>
            </a:prstGeom>
            <a:ln w="95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00F3E27-A60B-77BC-9DE6-1F4D0357E0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7305" y="3954801"/>
              <a:ext cx="0" cy="2031615"/>
            </a:xfrm>
            <a:prstGeom prst="line">
              <a:avLst/>
            </a:prstGeom>
            <a:ln w="95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4911118-4251-4480-A008-AA331A3DB1A9}"/>
              </a:ext>
            </a:extLst>
          </p:cNvPr>
          <p:cNvGrpSpPr/>
          <p:nvPr userDrawn="1"/>
        </p:nvGrpSpPr>
        <p:grpSpPr>
          <a:xfrm>
            <a:off x="2151059" y="4187974"/>
            <a:ext cx="7529455" cy="1822433"/>
            <a:chOff x="2427850" y="3954801"/>
            <a:chExt cx="7529455" cy="2128648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80CCFB9-602E-460B-8E62-F2C67AE6C2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850" y="3954801"/>
              <a:ext cx="0" cy="2128648"/>
            </a:xfrm>
            <a:prstGeom prst="line">
              <a:avLst/>
            </a:prstGeom>
            <a:ln w="95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7695768-E4BD-C456-A7B9-D7C18E0C57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6139" y="3954801"/>
              <a:ext cx="0" cy="2031615"/>
            </a:xfrm>
            <a:prstGeom prst="line">
              <a:avLst/>
            </a:prstGeom>
            <a:ln w="95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62DC5A0-1E2C-15ED-8113-44CE42DEA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4224" y="3954801"/>
              <a:ext cx="0" cy="2128648"/>
            </a:xfrm>
            <a:prstGeom prst="line">
              <a:avLst/>
            </a:prstGeom>
            <a:ln w="95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ED300E8-9B94-60E9-D88A-1895B6E591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7305" y="3954801"/>
              <a:ext cx="0" cy="2031615"/>
            </a:xfrm>
            <a:prstGeom prst="line">
              <a:avLst/>
            </a:prstGeom>
            <a:ln w="95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638388-023A-BBCC-D641-A48B6693DF4A}"/>
              </a:ext>
            </a:extLst>
          </p:cNvPr>
          <p:cNvGrpSpPr/>
          <p:nvPr userDrawn="1"/>
        </p:nvGrpSpPr>
        <p:grpSpPr>
          <a:xfrm>
            <a:off x="788437" y="4036404"/>
            <a:ext cx="10227035" cy="152707"/>
            <a:chOff x="556181" y="3864689"/>
            <a:chExt cx="7762971" cy="12961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3083A2F-CB15-3962-57C1-8A22C2502EA9}"/>
                </a:ext>
              </a:extLst>
            </p:cNvPr>
            <p:cNvSpPr/>
            <p:nvPr/>
          </p:nvSpPr>
          <p:spPr>
            <a:xfrm>
              <a:off x="556181" y="3864689"/>
              <a:ext cx="1123411" cy="12961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81961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" panose="020B0604020202020204" pitchFamily="34" charset="0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4D2C1F2-7733-B419-8386-3BE309D8B620}"/>
                </a:ext>
              </a:extLst>
            </p:cNvPr>
            <p:cNvSpPr/>
            <p:nvPr/>
          </p:nvSpPr>
          <p:spPr>
            <a:xfrm>
              <a:off x="1504690" y="3864689"/>
              <a:ext cx="1123411" cy="12961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" panose="020B0604020202020204" pitchFamily="34" charset="0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C610CDB-B455-FE9E-1346-73924ACADA03}"/>
                </a:ext>
              </a:extLst>
            </p:cNvPr>
            <p:cNvSpPr/>
            <p:nvPr/>
          </p:nvSpPr>
          <p:spPr>
            <a:xfrm>
              <a:off x="2453199" y="3864689"/>
              <a:ext cx="1123411" cy="12961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81961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" panose="020B0604020202020204" pitchFamily="34" charset="0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B0772A4-664E-5C94-1107-444D41F25D35}"/>
                </a:ext>
              </a:extLst>
            </p:cNvPr>
            <p:cNvSpPr/>
            <p:nvPr/>
          </p:nvSpPr>
          <p:spPr>
            <a:xfrm>
              <a:off x="3401708" y="3864689"/>
              <a:ext cx="1123411" cy="12961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" panose="020B0604020202020204" pitchFamily="34" charset="0"/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3621126F-001F-0311-C5E1-D96E9C9DE4C5}"/>
                </a:ext>
              </a:extLst>
            </p:cNvPr>
            <p:cNvSpPr/>
            <p:nvPr/>
          </p:nvSpPr>
          <p:spPr>
            <a:xfrm>
              <a:off x="4350217" y="3864689"/>
              <a:ext cx="1123411" cy="12961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81961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" panose="020B0604020202020204" pitchFamily="34" charset="0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DF35A839-F37C-37DF-2487-E7AAC976DECE}"/>
                </a:ext>
              </a:extLst>
            </p:cNvPr>
            <p:cNvSpPr/>
            <p:nvPr/>
          </p:nvSpPr>
          <p:spPr>
            <a:xfrm>
              <a:off x="5298726" y="3864689"/>
              <a:ext cx="1123411" cy="12961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" panose="020B0604020202020204" pitchFamily="34" charset="0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20E3AC6-BC27-75E3-E051-412410B0BE36}"/>
                </a:ext>
              </a:extLst>
            </p:cNvPr>
            <p:cNvSpPr/>
            <p:nvPr/>
          </p:nvSpPr>
          <p:spPr>
            <a:xfrm>
              <a:off x="6247235" y="3864689"/>
              <a:ext cx="1123411" cy="12961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81961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" panose="020B0604020202020204" pitchFamily="34" charset="0"/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967A5293-A578-09E1-B6F1-8C92CD0AD24B}"/>
                </a:ext>
              </a:extLst>
            </p:cNvPr>
            <p:cNvSpPr/>
            <p:nvPr/>
          </p:nvSpPr>
          <p:spPr>
            <a:xfrm>
              <a:off x="7195741" y="3864689"/>
              <a:ext cx="1123411" cy="12961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600">
                <a:latin typeface="Arial" panose="020B0604020202020204" pitchFamily="34" charset="0"/>
              </a:endParaRP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809F63DD-D80C-B284-5C81-141DFD990976}"/>
              </a:ext>
            </a:extLst>
          </p:cNvPr>
          <p:cNvSpPr/>
          <p:nvPr userDrawn="1"/>
        </p:nvSpPr>
        <p:spPr>
          <a:xfrm>
            <a:off x="835599" y="4059317"/>
            <a:ext cx="96298" cy="96298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E5C3A0C-431C-AA82-8B7B-6545F34FB06F}"/>
              </a:ext>
            </a:extLst>
          </p:cNvPr>
          <p:cNvSpPr/>
          <p:nvPr userDrawn="1"/>
        </p:nvSpPr>
        <p:spPr>
          <a:xfrm>
            <a:off x="2106089" y="4059317"/>
            <a:ext cx="96298" cy="96298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A4A0835-9C68-A892-7A82-4C859BCFB28A}"/>
              </a:ext>
            </a:extLst>
          </p:cNvPr>
          <p:cNvSpPr/>
          <p:nvPr userDrawn="1"/>
        </p:nvSpPr>
        <p:spPr>
          <a:xfrm>
            <a:off x="3359579" y="4059317"/>
            <a:ext cx="96298" cy="96298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2B21E7-79C7-EF2B-332B-E27CCA4214A4}"/>
              </a:ext>
            </a:extLst>
          </p:cNvPr>
          <p:cNvSpPr/>
          <p:nvPr userDrawn="1"/>
        </p:nvSpPr>
        <p:spPr>
          <a:xfrm>
            <a:off x="4590735" y="4059317"/>
            <a:ext cx="96298" cy="96298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6CC9010-468E-606D-BFB0-907B13DDE4D1}"/>
              </a:ext>
            </a:extLst>
          </p:cNvPr>
          <p:cNvSpPr/>
          <p:nvPr userDrawn="1"/>
        </p:nvSpPr>
        <p:spPr>
          <a:xfrm>
            <a:off x="5861225" y="4059317"/>
            <a:ext cx="96298" cy="96298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7EB6FB6-341F-A677-C0A6-138F9BEAE293}"/>
              </a:ext>
            </a:extLst>
          </p:cNvPr>
          <p:cNvSpPr/>
          <p:nvPr userDrawn="1"/>
        </p:nvSpPr>
        <p:spPr>
          <a:xfrm>
            <a:off x="7114715" y="4059317"/>
            <a:ext cx="96298" cy="96298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1E00798-86E0-EA3B-6AF1-CE9B50D1601B}"/>
              </a:ext>
            </a:extLst>
          </p:cNvPr>
          <p:cNvSpPr/>
          <p:nvPr userDrawn="1"/>
        </p:nvSpPr>
        <p:spPr>
          <a:xfrm>
            <a:off x="8370255" y="4059317"/>
            <a:ext cx="96298" cy="96298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461DA7F-1350-3F47-76DB-5B6EE6EACF6C}"/>
              </a:ext>
            </a:extLst>
          </p:cNvPr>
          <p:cNvSpPr/>
          <p:nvPr userDrawn="1"/>
        </p:nvSpPr>
        <p:spPr>
          <a:xfrm>
            <a:off x="9640745" y="4059317"/>
            <a:ext cx="96298" cy="96298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BCC6998A-921B-BC7C-AECB-05FF430FB5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1527" y="3466117"/>
            <a:ext cx="1695450" cy="39211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Year</a:t>
            </a:r>
            <a:endParaRPr lang="en-IN"/>
          </a:p>
        </p:txBody>
      </p:sp>
      <p:sp>
        <p:nvSpPr>
          <p:cNvPr id="81" name="Text Placeholder 79">
            <a:extLst>
              <a:ext uri="{FF2B5EF4-FFF2-40B4-BE49-F238E27FC236}">
                <a16:creationId xmlns:a16="http://schemas.microsoft.com/office/drawing/2014/main" id="{A9A5B106-6773-9E69-26E6-845FC6B1B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4607" y="3466117"/>
            <a:ext cx="1695450" cy="39211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Year</a:t>
            </a:r>
            <a:endParaRPr lang="en-IN"/>
          </a:p>
        </p:txBody>
      </p:sp>
      <p:sp>
        <p:nvSpPr>
          <p:cNvPr id="82" name="Text Placeholder 79">
            <a:extLst>
              <a:ext uri="{FF2B5EF4-FFF2-40B4-BE49-F238E27FC236}">
                <a16:creationId xmlns:a16="http://schemas.microsoft.com/office/drawing/2014/main" id="{F8F36F6B-ACAE-BD2B-AF00-7ACA04CFCC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1897" y="3466117"/>
            <a:ext cx="1695450" cy="39211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Year</a:t>
            </a:r>
            <a:endParaRPr lang="en-IN"/>
          </a:p>
        </p:txBody>
      </p:sp>
      <p:sp>
        <p:nvSpPr>
          <p:cNvPr id="83" name="Text Placeholder 79">
            <a:extLst>
              <a:ext uri="{FF2B5EF4-FFF2-40B4-BE49-F238E27FC236}">
                <a16:creationId xmlns:a16="http://schemas.microsoft.com/office/drawing/2014/main" id="{D5688F04-35E7-C88D-E3B6-781D24FFE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99328" y="3466117"/>
            <a:ext cx="1695450" cy="39211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Year</a:t>
            </a:r>
            <a:endParaRPr lang="en-IN"/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26CFAC63-B22E-1DD1-12B2-497AA2CAB5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08675" y="2870011"/>
            <a:ext cx="2097771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2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body text here (12pt)</a:t>
            </a:r>
            <a:endParaRPr lang="en-IN"/>
          </a:p>
        </p:txBody>
      </p:sp>
      <p:sp>
        <p:nvSpPr>
          <p:cNvPr id="86" name="Text Placeholder 84">
            <a:extLst>
              <a:ext uri="{FF2B5EF4-FFF2-40B4-BE49-F238E27FC236}">
                <a16:creationId xmlns:a16="http://schemas.microsoft.com/office/drawing/2014/main" id="{93885433-A5DF-294B-79EF-2D270D6324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08675" y="2327591"/>
            <a:ext cx="2097771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400" b="1" dirty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Section Heading (14pt)</a:t>
            </a:r>
            <a:endParaRPr lang="en-IN"/>
          </a:p>
        </p:txBody>
      </p:sp>
      <p:sp>
        <p:nvSpPr>
          <p:cNvPr id="87" name="Text Placeholder 84">
            <a:extLst>
              <a:ext uri="{FF2B5EF4-FFF2-40B4-BE49-F238E27FC236}">
                <a16:creationId xmlns:a16="http://schemas.microsoft.com/office/drawing/2014/main" id="{785FAFE5-C922-EDC2-B2C0-C6296E0A2EE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6409" y="2870011"/>
            <a:ext cx="2138400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2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body text here (12pt)</a:t>
            </a:r>
            <a:endParaRPr lang="en-IN"/>
          </a:p>
        </p:txBody>
      </p:sp>
      <p:sp>
        <p:nvSpPr>
          <p:cNvPr id="88" name="Text Placeholder 84">
            <a:extLst>
              <a:ext uri="{FF2B5EF4-FFF2-40B4-BE49-F238E27FC236}">
                <a16:creationId xmlns:a16="http://schemas.microsoft.com/office/drawing/2014/main" id="{2A390C0E-0C40-F59D-8B86-08B7BDB9CB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86409" y="2327591"/>
            <a:ext cx="2138400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400" b="1" dirty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Section  Heading (14pt)</a:t>
            </a:r>
            <a:endParaRPr lang="en-IN"/>
          </a:p>
        </p:txBody>
      </p:sp>
      <p:sp>
        <p:nvSpPr>
          <p:cNvPr id="89" name="Text Placeholder 84">
            <a:extLst>
              <a:ext uri="{FF2B5EF4-FFF2-40B4-BE49-F238E27FC236}">
                <a16:creationId xmlns:a16="http://schemas.microsoft.com/office/drawing/2014/main" id="{65708094-2E8C-0897-55BF-3CF2363C4F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8698" y="2870011"/>
            <a:ext cx="2068026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2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body text here (12pt)</a:t>
            </a:r>
            <a:endParaRPr lang="en-IN"/>
          </a:p>
        </p:txBody>
      </p:sp>
      <p:sp>
        <p:nvSpPr>
          <p:cNvPr id="90" name="Text Placeholder 84">
            <a:extLst>
              <a:ext uri="{FF2B5EF4-FFF2-40B4-BE49-F238E27FC236}">
                <a16:creationId xmlns:a16="http://schemas.microsoft.com/office/drawing/2014/main" id="{3592B1B5-5F7C-97B7-324A-580A471B7A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8698" y="2327591"/>
            <a:ext cx="2068026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400" b="1" dirty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Section Heading (14pt)</a:t>
            </a:r>
            <a:endParaRPr lang="en-IN"/>
          </a:p>
        </p:txBody>
      </p:sp>
      <p:sp>
        <p:nvSpPr>
          <p:cNvPr id="91" name="Text Placeholder 84">
            <a:extLst>
              <a:ext uri="{FF2B5EF4-FFF2-40B4-BE49-F238E27FC236}">
                <a16:creationId xmlns:a16="http://schemas.microsoft.com/office/drawing/2014/main" id="{E5419362-F9E6-04E3-7CD5-73A5CAD51D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50944" y="2870011"/>
            <a:ext cx="2077766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2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body text here (12pt)</a:t>
            </a:r>
            <a:endParaRPr lang="en-IN"/>
          </a:p>
        </p:txBody>
      </p:sp>
      <p:sp>
        <p:nvSpPr>
          <p:cNvPr id="92" name="Text Placeholder 84">
            <a:extLst>
              <a:ext uri="{FF2B5EF4-FFF2-40B4-BE49-F238E27FC236}">
                <a16:creationId xmlns:a16="http://schemas.microsoft.com/office/drawing/2014/main" id="{2E0C214B-85D6-F17F-17BB-3EC5019EE4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50944" y="2327591"/>
            <a:ext cx="2077766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400" b="1" dirty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Section Heading (14pt)</a:t>
            </a:r>
            <a:endParaRPr lang="en-IN"/>
          </a:p>
        </p:txBody>
      </p:sp>
      <p:sp>
        <p:nvSpPr>
          <p:cNvPr id="93" name="Text Placeholder 79">
            <a:extLst>
              <a:ext uri="{FF2B5EF4-FFF2-40B4-BE49-F238E27FC236}">
                <a16:creationId xmlns:a16="http://schemas.microsoft.com/office/drawing/2014/main" id="{1C736960-8BC9-75D5-723E-142B2E37F54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21527" y="4363490"/>
            <a:ext cx="1695450" cy="39211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Year</a:t>
            </a:r>
            <a:endParaRPr lang="en-IN"/>
          </a:p>
        </p:txBody>
      </p:sp>
      <p:sp>
        <p:nvSpPr>
          <p:cNvPr id="94" name="Text Placeholder 79">
            <a:extLst>
              <a:ext uri="{FF2B5EF4-FFF2-40B4-BE49-F238E27FC236}">
                <a16:creationId xmlns:a16="http://schemas.microsoft.com/office/drawing/2014/main" id="{23B5732B-6BB3-FDD0-9262-80CA93A6B46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46179" y="4363490"/>
            <a:ext cx="1695450" cy="39211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Year</a:t>
            </a:r>
            <a:endParaRPr lang="en-IN"/>
          </a:p>
        </p:txBody>
      </p:sp>
      <p:sp>
        <p:nvSpPr>
          <p:cNvPr id="95" name="Text Placeholder 79">
            <a:extLst>
              <a:ext uri="{FF2B5EF4-FFF2-40B4-BE49-F238E27FC236}">
                <a16:creationId xmlns:a16="http://schemas.microsoft.com/office/drawing/2014/main" id="{4F7CB336-3518-1EFB-9764-5F49CA11B0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40286" y="4363490"/>
            <a:ext cx="1695450" cy="39211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Year</a:t>
            </a:r>
            <a:endParaRPr lang="en-IN"/>
          </a:p>
        </p:txBody>
      </p:sp>
      <p:sp>
        <p:nvSpPr>
          <p:cNvPr id="96" name="Text Placeholder 79">
            <a:extLst>
              <a:ext uri="{FF2B5EF4-FFF2-40B4-BE49-F238E27FC236}">
                <a16:creationId xmlns:a16="http://schemas.microsoft.com/office/drawing/2014/main" id="{258CFC8A-D3E4-85C9-F513-158FE84B764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65899" y="4363490"/>
            <a:ext cx="1695450" cy="39211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Year</a:t>
            </a:r>
            <a:endParaRPr lang="en-IN"/>
          </a:p>
        </p:txBody>
      </p:sp>
      <p:sp>
        <p:nvSpPr>
          <p:cNvPr id="97" name="Text Placeholder 84">
            <a:extLst>
              <a:ext uri="{FF2B5EF4-FFF2-40B4-BE49-F238E27FC236}">
                <a16:creationId xmlns:a16="http://schemas.microsoft.com/office/drawing/2014/main" id="{A3678745-7BAC-ED78-68FA-6F83ABAE5F6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31286" y="5480974"/>
            <a:ext cx="2042027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2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body text here (12pt)</a:t>
            </a:r>
            <a:endParaRPr lang="en-IN"/>
          </a:p>
        </p:txBody>
      </p:sp>
      <p:sp>
        <p:nvSpPr>
          <p:cNvPr id="98" name="Text Placeholder 84">
            <a:extLst>
              <a:ext uri="{FF2B5EF4-FFF2-40B4-BE49-F238E27FC236}">
                <a16:creationId xmlns:a16="http://schemas.microsoft.com/office/drawing/2014/main" id="{6AC765B4-7323-7ED9-C4D4-13FB0273516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31286" y="4938554"/>
            <a:ext cx="2042027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400" b="1" dirty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Section Heading (14pt)</a:t>
            </a:r>
            <a:endParaRPr lang="en-IN"/>
          </a:p>
        </p:txBody>
      </p:sp>
      <p:sp>
        <p:nvSpPr>
          <p:cNvPr id="99" name="Text Placeholder 84">
            <a:extLst>
              <a:ext uri="{FF2B5EF4-FFF2-40B4-BE49-F238E27FC236}">
                <a16:creationId xmlns:a16="http://schemas.microsoft.com/office/drawing/2014/main" id="{3936F7F1-66E1-6CD0-2F74-29AEE2E826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9135" y="5480974"/>
            <a:ext cx="2047261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2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body text here (12pt)</a:t>
            </a:r>
            <a:endParaRPr lang="en-IN"/>
          </a:p>
        </p:txBody>
      </p:sp>
      <p:sp>
        <p:nvSpPr>
          <p:cNvPr id="100" name="Text Placeholder 84">
            <a:extLst>
              <a:ext uri="{FF2B5EF4-FFF2-40B4-BE49-F238E27FC236}">
                <a16:creationId xmlns:a16="http://schemas.microsoft.com/office/drawing/2014/main" id="{B72B3313-C2EA-D1F8-E6D6-1AC4E6C7E0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49135" y="4938554"/>
            <a:ext cx="2047261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400" b="1" dirty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Section Heading (14pt)</a:t>
            </a:r>
            <a:endParaRPr lang="en-IN"/>
          </a:p>
        </p:txBody>
      </p:sp>
      <p:sp>
        <p:nvSpPr>
          <p:cNvPr id="101" name="Text Placeholder 84">
            <a:extLst>
              <a:ext uri="{FF2B5EF4-FFF2-40B4-BE49-F238E27FC236}">
                <a16:creationId xmlns:a16="http://schemas.microsoft.com/office/drawing/2014/main" id="{53B3A60C-FFDE-D5FD-E087-8E3BBB53B14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65900" y="5480974"/>
            <a:ext cx="2047260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2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body text here (12pt)</a:t>
            </a:r>
            <a:endParaRPr lang="en-IN"/>
          </a:p>
        </p:txBody>
      </p:sp>
      <p:sp>
        <p:nvSpPr>
          <p:cNvPr id="102" name="Text Placeholder 84">
            <a:extLst>
              <a:ext uri="{FF2B5EF4-FFF2-40B4-BE49-F238E27FC236}">
                <a16:creationId xmlns:a16="http://schemas.microsoft.com/office/drawing/2014/main" id="{0650ED05-B556-8D4A-307C-EF4021C3C7E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65900" y="4938554"/>
            <a:ext cx="2047260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400" b="1" dirty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Section Heading (14pt)</a:t>
            </a:r>
            <a:endParaRPr lang="en-IN"/>
          </a:p>
        </p:txBody>
      </p:sp>
      <p:sp>
        <p:nvSpPr>
          <p:cNvPr id="103" name="Text Placeholder 84">
            <a:extLst>
              <a:ext uri="{FF2B5EF4-FFF2-40B4-BE49-F238E27FC236}">
                <a16:creationId xmlns:a16="http://schemas.microsoft.com/office/drawing/2014/main" id="{C71FFE50-23E2-EF21-1016-8DA166CF4A9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40902" y="5480974"/>
            <a:ext cx="2049157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2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body text here (12pt)</a:t>
            </a:r>
            <a:endParaRPr lang="en-IN"/>
          </a:p>
        </p:txBody>
      </p:sp>
      <p:sp>
        <p:nvSpPr>
          <p:cNvPr id="104" name="Text Placeholder 84">
            <a:extLst>
              <a:ext uri="{FF2B5EF4-FFF2-40B4-BE49-F238E27FC236}">
                <a16:creationId xmlns:a16="http://schemas.microsoft.com/office/drawing/2014/main" id="{AC8D4B52-B5DE-6096-8274-0FCC5A240A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240902" y="4938554"/>
            <a:ext cx="2049157" cy="5238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lang="en-IN" sz="1400" b="1" dirty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Insert Section Heading (14pt)</a:t>
            </a:r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BABF6F-CD6D-89CB-B34E-4598C2D6C1B0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4106DECC-E2F7-DA56-C978-88CF73002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203E1809-7794-BF46-7DF3-148A96926BAD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40E9FF-BDEF-1A07-0164-BAA0F0D2B3E0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E19BE3-FD32-6F17-7222-A1D2249D9C3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48">
            <a:extLst>
              <a:ext uri="{FF2B5EF4-FFF2-40B4-BE49-F238E27FC236}">
                <a16:creationId xmlns:a16="http://schemas.microsoft.com/office/drawing/2014/main" id="{47FA455A-E391-C3B1-5207-1B3331F688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0088" y="1181879"/>
            <a:ext cx="11022976" cy="70485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1"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  <a:lvl2pPr marL="457200" indent="0">
              <a:lnSpc>
                <a:spcPct val="120000"/>
              </a:lnSpc>
              <a:buNone/>
              <a:defRPr sz="1600"/>
            </a:lvl2pPr>
            <a:lvl3pPr marL="914400" indent="0">
              <a:lnSpc>
                <a:spcPct val="120000"/>
              </a:lnSpc>
              <a:buNone/>
              <a:defRPr sz="1600"/>
            </a:lvl3pPr>
            <a:lvl4pPr marL="1371600" indent="0">
              <a:lnSpc>
                <a:spcPct val="120000"/>
              </a:lnSpc>
              <a:buNone/>
              <a:defRPr sz="1600"/>
            </a:lvl4pPr>
            <a:lvl5pPr marL="1828800" indent="0">
              <a:lnSpc>
                <a:spcPct val="120000"/>
              </a:lnSpc>
              <a:buNone/>
              <a:defRPr sz="1600"/>
            </a:lvl5pPr>
          </a:lstStyle>
          <a:p>
            <a:pPr marL="0" lvl="0" indent="0">
              <a:lnSpc>
                <a:spcPct val="120000"/>
              </a:lnSpc>
              <a:buNone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Font Size: 16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3D5D2ED-6D00-480E-7EA9-740CF1666AB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3" name="Freeform: Shape 33">
              <a:extLst>
                <a:ext uri="{FF2B5EF4-FFF2-40B4-BE49-F238E27FC236}">
                  <a16:creationId xmlns:a16="http://schemas.microsoft.com/office/drawing/2014/main" id="{DC0856A8-7828-19FB-96F9-508877EE7C4F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34">
              <a:extLst>
                <a:ext uri="{FF2B5EF4-FFF2-40B4-BE49-F238E27FC236}">
                  <a16:creationId xmlns:a16="http://schemas.microsoft.com/office/drawing/2014/main" id="{18846F81-C220-4B60-0C64-06B8C7C3A715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5">
              <a:extLst>
                <a:ext uri="{FF2B5EF4-FFF2-40B4-BE49-F238E27FC236}">
                  <a16:creationId xmlns:a16="http://schemas.microsoft.com/office/drawing/2014/main" id="{2BF83596-7BDF-0E4D-1EF1-F558F683FBDE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6">
              <a:extLst>
                <a:ext uri="{FF2B5EF4-FFF2-40B4-BE49-F238E27FC236}">
                  <a16:creationId xmlns:a16="http://schemas.microsoft.com/office/drawing/2014/main" id="{398A1CB2-2EB0-DFFA-A17C-5EF9BD400330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7">
              <a:extLst>
                <a:ext uri="{FF2B5EF4-FFF2-40B4-BE49-F238E27FC236}">
                  <a16:creationId xmlns:a16="http://schemas.microsoft.com/office/drawing/2014/main" id="{459BE79E-CE03-6285-E4D1-82736A76E631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38">
              <a:extLst>
                <a:ext uri="{FF2B5EF4-FFF2-40B4-BE49-F238E27FC236}">
                  <a16:creationId xmlns:a16="http://schemas.microsoft.com/office/drawing/2014/main" id="{36D1404C-07DD-E175-8499-5446562E2E70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39">
              <a:extLst>
                <a:ext uri="{FF2B5EF4-FFF2-40B4-BE49-F238E27FC236}">
                  <a16:creationId xmlns:a16="http://schemas.microsoft.com/office/drawing/2014/main" id="{57EEACF7-B59B-327F-66B5-F8C4483F6352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40">
              <a:extLst>
                <a:ext uri="{FF2B5EF4-FFF2-40B4-BE49-F238E27FC236}">
                  <a16:creationId xmlns:a16="http://schemas.microsoft.com/office/drawing/2014/main" id="{3B6DF392-8CA8-6D23-3C03-D04349C733CF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226139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heme_Title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D0758118-83AC-B844-CB65-3AECA876E0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4947" y="13552"/>
            <a:ext cx="5047053" cy="6858000"/>
          </a:xfr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99CC137-9758-0D2A-DDA2-0FFCB056C9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0088" y="1606057"/>
            <a:ext cx="5992008" cy="4266495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56F448-1C07-90E1-7B53-7B57DF2FE567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56929F7-5FBF-854A-827B-F019BFD7F4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5991772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272008A-08DD-B6A4-F344-8F0B8E6D3CE0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accent5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accent5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190555-129E-A25D-9B5C-09DDF56BDAE1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accent5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6DAA62-C6B8-D0B9-B8FF-0AFD87425A2B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69D0D56-3DE8-7A68-AA4E-BDD0D9F2649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6554" y="165266"/>
            <a:ext cx="1343970" cy="353505"/>
            <a:chOff x="10498770" y="812407"/>
            <a:chExt cx="1228658" cy="323175"/>
          </a:xfrm>
        </p:grpSpPr>
        <p:sp>
          <p:nvSpPr>
            <p:cNvPr id="5" name="Freeform: Shape 33">
              <a:extLst>
                <a:ext uri="{FF2B5EF4-FFF2-40B4-BE49-F238E27FC236}">
                  <a16:creationId xmlns:a16="http://schemas.microsoft.com/office/drawing/2014/main" id="{20FD9013-E579-E984-856B-CC5BC87F7F80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34">
              <a:extLst>
                <a:ext uri="{FF2B5EF4-FFF2-40B4-BE49-F238E27FC236}">
                  <a16:creationId xmlns:a16="http://schemas.microsoft.com/office/drawing/2014/main" id="{5AE80B6A-3EC0-0010-6C07-C79FF7B7156B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35">
              <a:extLst>
                <a:ext uri="{FF2B5EF4-FFF2-40B4-BE49-F238E27FC236}">
                  <a16:creationId xmlns:a16="http://schemas.microsoft.com/office/drawing/2014/main" id="{5FB0BE9D-F878-7A05-638F-82710FF23838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36">
              <a:extLst>
                <a:ext uri="{FF2B5EF4-FFF2-40B4-BE49-F238E27FC236}">
                  <a16:creationId xmlns:a16="http://schemas.microsoft.com/office/drawing/2014/main" id="{CD63FA98-953C-D27F-08E5-5FE31954E7CF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8587E8E7-87CC-1434-A93B-BE5B3850AEEA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11030DB1-F965-090E-83AB-1AD6B44F2808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solidFill>
              <a:schemeClr val="accent5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1FC8D4C4-D25C-3343-BAD0-4E3195A1AED3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77733878-9D71-A1D8-8BD4-3C86A14D7052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solidFill>
              <a:schemeClr val="accent6"/>
            </a:solidFill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6953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heme_Title with Sub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0BF97BB-E060-CF3C-0B8E-4B490C0C6D40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3DFFB40-24DB-9DAC-E035-D4B70F78CF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52E61CE-EFAD-EEA2-B6E0-448A0DFBC25F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5AFF30-6B63-F214-8D70-F5242DEB5C4B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55251E-5561-EA5E-5D70-5B536875C07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D765AF8B-907A-891E-B7EB-61A7517315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75699" y="165266"/>
            <a:ext cx="1331477" cy="350219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3" name="Freeform: Shape 3">
              <a:extLst>
                <a:ext uri="{FF2B5EF4-FFF2-40B4-BE49-F238E27FC236}">
                  <a16:creationId xmlns:a16="http://schemas.microsoft.com/office/drawing/2014/main" id="{0FDBED63-3111-21B4-FFB6-9E3CD6818ADD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" name="Freeform: Shape 4">
              <a:extLst>
                <a:ext uri="{FF2B5EF4-FFF2-40B4-BE49-F238E27FC236}">
                  <a16:creationId xmlns:a16="http://schemas.microsoft.com/office/drawing/2014/main" id="{3B5DC1CA-3BCA-7662-9F7C-8EC71A633ACA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5">
              <a:extLst>
                <a:ext uri="{FF2B5EF4-FFF2-40B4-BE49-F238E27FC236}">
                  <a16:creationId xmlns:a16="http://schemas.microsoft.com/office/drawing/2014/main" id="{DE22ADB5-8608-6017-3540-A0414CE8A944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6">
              <a:extLst>
                <a:ext uri="{FF2B5EF4-FFF2-40B4-BE49-F238E27FC236}">
                  <a16:creationId xmlns:a16="http://schemas.microsoft.com/office/drawing/2014/main" id="{06E05CD0-8013-72FB-A297-8FB900D12E60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7">
              <a:extLst>
                <a:ext uri="{FF2B5EF4-FFF2-40B4-BE49-F238E27FC236}">
                  <a16:creationId xmlns:a16="http://schemas.microsoft.com/office/drawing/2014/main" id="{98A5B4A9-222C-FD11-ABF5-EFB66088B346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8">
              <a:extLst>
                <a:ext uri="{FF2B5EF4-FFF2-40B4-BE49-F238E27FC236}">
                  <a16:creationId xmlns:a16="http://schemas.microsoft.com/office/drawing/2014/main" id="{F23C8828-05A5-A370-9179-8454F97C39AF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B9B82BD4-FFD0-35AA-C877-2F2A1F5A8298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B867869F-F0D3-BE84-5FAD-8464E9438B62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889560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Theme_Title with Sub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0BF97BB-E060-CF3C-0B8E-4B490C0C6D40}"/>
              </a:ext>
            </a:extLst>
          </p:cNvPr>
          <p:cNvSpPr/>
          <p:nvPr userDrawn="1"/>
        </p:nvSpPr>
        <p:spPr>
          <a:xfrm>
            <a:off x="468928" y="602789"/>
            <a:ext cx="115645" cy="501570"/>
          </a:xfrm>
          <a:prstGeom prst="rect">
            <a:avLst/>
          </a:prstGeom>
          <a:solidFill>
            <a:srgbClr val="E7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3DFFB40-24DB-9DAC-E035-D4B70F78CF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324" y="518772"/>
            <a:ext cx="11022740" cy="73434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000" b="1" i="0" dirty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Goes Here – Font Size: 30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52E61CE-EFAD-EEA2-B6E0-448A0DFBC25F}"/>
              </a:ext>
            </a:extLst>
          </p:cNvPr>
          <p:cNvSpPr txBox="1">
            <a:spLocks/>
          </p:cNvSpPr>
          <p:nvPr userDrawn="1"/>
        </p:nvSpPr>
        <p:spPr>
          <a:xfrm>
            <a:off x="11582600" y="6509977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5AFF30-6B63-F214-8D70-F5242DEB5C4B}"/>
              </a:ext>
            </a:extLst>
          </p:cNvPr>
          <p:cNvSpPr txBox="1"/>
          <p:nvPr userDrawn="1"/>
        </p:nvSpPr>
        <p:spPr>
          <a:xfrm>
            <a:off x="8033384" y="6413561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55251E-5561-EA5E-5D70-5B536875C07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72639" y="6568686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74772825-7CB0-A9F8-AE5B-73411369F6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651889" y="176722"/>
            <a:ext cx="1106993" cy="291173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C537DD0-CE57-C8C3-716E-0D61D1F05E24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5788084-553C-6E70-C337-D7ABEAD0031C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6AAB438-8245-68A7-9004-B53FC015A50B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93AFB94-52E2-B288-9FFD-9C5B06C3E3DE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CCE8440-97C9-0086-61B9-F89F65755889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BAAE819-DA43-E92E-C9DE-235FA497FBB7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73D6E86-0521-F727-1FF5-61AB0491AFA1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59DB433-FC43-16FD-0006-989C716EE6A0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D5200F55-E0F1-6580-9FA4-36670E9118B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72444" y="167781"/>
            <a:ext cx="744906" cy="293905"/>
          </a:xfrm>
        </p:spPr>
        <p:txBody>
          <a:bodyPr anchor="ctr">
            <a:noAutofit/>
          </a:bodyPr>
          <a:lstStyle>
            <a:lvl1pPr marL="0" indent="0" algn="ctr">
              <a:buNone/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logo here</a:t>
            </a:r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3CDFDC-1835-3EA4-2F0A-4A9D89BBEC89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71907" y="176722"/>
            <a:ext cx="0" cy="29390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67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1941F1-5606-532A-158B-A03D63028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44706-12F5-7E39-FE3E-5EB9F3325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FF091-ECC7-F6AA-E66E-F88A5034B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C6B4A64D-F73A-487D-8AAD-41FE5757E452}" type="datetimeFigureOut">
              <a:rPr lang="en-IN" smtClean="0"/>
              <a:pPr/>
              <a:t>09/01/26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1B8F4-9DD6-E821-9B8B-A59F04C96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2AF03-BD98-1CCB-2ED9-0C286604A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67C257C-C8D9-4010-A833-BC5E095865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21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8" r:id="rId2"/>
    <p:sldLayoutId id="2147483664" r:id="rId3"/>
    <p:sldLayoutId id="2147483668" r:id="rId4"/>
    <p:sldLayoutId id="2147483700" r:id="rId5"/>
    <p:sldLayoutId id="2147483696" r:id="rId6"/>
    <p:sldLayoutId id="2147483693" r:id="rId7"/>
    <p:sldLayoutId id="2147483674" r:id="rId8"/>
    <p:sldLayoutId id="2147483689" r:id="rId9"/>
    <p:sldLayoutId id="2147483676" r:id="rId10"/>
    <p:sldLayoutId id="2147483677" r:id="rId11"/>
    <p:sldLayoutId id="2147483675" r:id="rId12"/>
    <p:sldLayoutId id="2147483666" r:id="rId13"/>
    <p:sldLayoutId id="2147483670" r:id="rId14"/>
    <p:sldLayoutId id="2147483686" r:id="rId15"/>
    <p:sldLayoutId id="2147483667" r:id="rId16"/>
    <p:sldLayoutId id="2147483662" r:id="rId17"/>
    <p:sldLayoutId id="2147483671" r:id="rId18"/>
    <p:sldLayoutId id="2147483669" r:id="rId19"/>
    <p:sldLayoutId id="2147483694" r:id="rId20"/>
    <p:sldLayoutId id="2147483672" r:id="rId21"/>
    <p:sldLayoutId id="2147483692" r:id="rId22"/>
    <p:sldLayoutId id="2147483682" r:id="rId23"/>
    <p:sldLayoutId id="2147483684" r:id="rId24"/>
    <p:sldLayoutId id="2147483691" r:id="rId25"/>
    <p:sldLayoutId id="2147483690" r:id="rId26"/>
    <p:sldLayoutId id="2147483695" r:id="rId27"/>
    <p:sldLayoutId id="2147483665" r:id="rId28"/>
    <p:sldLayoutId id="2147483688" r:id="rId29"/>
    <p:sldLayoutId id="2147483701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hysionet.org/static/published-projects/mimiciii-demo/mimic-iii-clinical-database-demo-1.4.zi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0B560ACD-6BD5-1F95-FF67-81BE90C0AA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December 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CB41C-7A8F-C968-2C2E-AB3906DFA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018" y="2162680"/>
            <a:ext cx="5507077" cy="1904400"/>
          </a:xfrm>
        </p:spPr>
        <p:txBody>
          <a:bodyPr>
            <a:normAutofit/>
          </a:bodyPr>
          <a:lstStyle/>
          <a:p>
            <a:r>
              <a:rPr lang="en-US"/>
              <a:t>Internship Use case 2025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5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5A071-0340-A036-9C74-314604A39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BDAD1-4580-7A17-939B-9094D4DC8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4663" y="1715083"/>
            <a:ext cx="11012581" cy="4817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2720" indent="-172720"/>
            <a:r>
              <a:rPr lang="en-US" dirty="0">
                <a:latin typeface="Arial"/>
                <a:cs typeface="Arial"/>
              </a:rPr>
              <a:t>MIMIC-3: Medical Information Mart for Intensive Care 3 </a:t>
            </a:r>
          </a:p>
          <a:p>
            <a:pPr marL="172720" indent="-172720"/>
            <a:r>
              <a:rPr lang="en-US" dirty="0">
                <a:latin typeface="Arial"/>
                <a:cs typeface="Arial"/>
              </a:rPr>
              <a:t>Publicly available deidentified patient record. </a:t>
            </a:r>
          </a:p>
          <a:p>
            <a:pPr marL="172720" indent="-172720"/>
            <a:r>
              <a:rPr lang="en-US" dirty="0">
                <a:latin typeface="Arial"/>
                <a:cs typeface="Arial"/>
              </a:rPr>
              <a:t>Records on 46520 patient stayed in critical care units of Beth Israel Deaconess Medical Center (at Boston) between 2001 and 2012. </a:t>
            </a:r>
          </a:p>
          <a:p>
            <a:pPr marL="172720" indent="-172720"/>
            <a:r>
              <a:rPr lang="en-US" dirty="0">
                <a:latin typeface="Arial"/>
                <a:cs typeface="Arial"/>
              </a:rPr>
              <a:t>It includes demographics, vital sign measurements, lab test results, procedures, medications, and clinical notes.</a:t>
            </a:r>
          </a:p>
          <a:p>
            <a:pPr marL="172720" indent="-172720"/>
            <a:r>
              <a:rPr lang="en-US" dirty="0">
                <a:latin typeface="Arial"/>
                <a:cs typeface="Arial"/>
              </a:rPr>
              <a:t>This slide is largely based on the information provided in MIMIC-3 version 1.4 tutorial website: q</a:t>
            </a:r>
          </a:p>
          <a:p>
            <a:pPr marL="172720" indent="-172720"/>
            <a:endParaRPr lang="en-IN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Arial"/>
                <a:cs typeface="Arial"/>
              </a:rPr>
              <a:t>Data Under Consideration</a:t>
            </a:r>
          </a:p>
          <a:p>
            <a:pPr marL="0" indent="0">
              <a:buNone/>
            </a:pPr>
            <a:endParaRPr lang="en-IN" b="1"/>
          </a:p>
          <a:p>
            <a:pPr marL="172720" indent="-172720"/>
            <a:r>
              <a:rPr lang="en-US" dirty="0">
                <a:latin typeface="Arial"/>
                <a:cs typeface="Arial"/>
                <a:hlinkClick r:id="rId3"/>
              </a:rPr>
              <a:t>download</a:t>
            </a:r>
            <a:r>
              <a:rPr lang="en-US" dirty="0">
                <a:latin typeface="Arial"/>
                <a:cs typeface="Arial"/>
              </a:rPr>
              <a:t> the dataset</a:t>
            </a:r>
            <a:endParaRPr lang="en-US" dirty="0">
              <a:cs typeface="Arial"/>
            </a:endParaRPr>
          </a:p>
          <a:p>
            <a:pPr marL="172720" indent="-172720"/>
            <a:endParaRPr lang="en-US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• Click here to get Detailed Information regarding dataset</a:t>
            </a:r>
          </a:p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• https://mimic.mit.edu/docs/iii/tables/</a:t>
            </a:r>
            <a:endParaRPr lang="en-US"/>
          </a:p>
          <a:p>
            <a:pPr marL="0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172720" indent="-172720"/>
            <a:endParaRPr lang="en-IN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63B270-C20B-9AE9-6265-3DA73C15D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Important Information regarding Dataset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027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491F7-8038-571A-2445-47993AB5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Suggestive Workflow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9B7A11A6-242C-E8EF-9744-85BE52048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82" y="1918139"/>
            <a:ext cx="10515600" cy="370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23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69916-D644-3304-8C81-AA61236335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-17272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>
                <a:latin typeface="Arial"/>
                <a:cs typeface="Arial"/>
              </a:rPr>
              <a:t>Secure the trial accounts for Azure/Databricks </a:t>
            </a:r>
            <a:endParaRPr lang="en-US">
              <a:latin typeface="Arial"/>
              <a:cs typeface="Arial"/>
            </a:endParaRPr>
          </a:p>
          <a:p>
            <a:pPr marL="0" indent="-17272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>
                <a:latin typeface="Arial"/>
                <a:cs typeface="Arial"/>
              </a:rPr>
              <a:t>Download the MIMIC Dataset</a:t>
            </a:r>
          </a:p>
          <a:p>
            <a:pPr marL="0" indent="-172720" fontAlgn="b">
              <a:lnSpc>
                <a:spcPct val="150000"/>
              </a:lnSpc>
              <a:spcBef>
                <a:spcPts val="0"/>
              </a:spcBef>
            </a:pPr>
            <a:r>
              <a:rPr lang="en-IN" sz="1500">
                <a:cs typeface="Arial"/>
              </a:rPr>
              <a:t>Develop programmatic Ingestion of Dataset on Azure Blob Storage</a:t>
            </a:r>
          </a:p>
          <a:p>
            <a:pPr marL="0" indent="-17272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>
                <a:latin typeface="Arial"/>
                <a:cs typeface="Arial"/>
              </a:rPr>
              <a:t>Create a </a:t>
            </a:r>
            <a:r>
              <a:rPr lang="en-IN" sz="1500" err="1">
                <a:latin typeface="Arial"/>
                <a:cs typeface="Arial"/>
              </a:rPr>
              <a:t>databricks</a:t>
            </a:r>
            <a:r>
              <a:rPr lang="en-IN" sz="1500">
                <a:latin typeface="Arial"/>
                <a:cs typeface="Arial"/>
              </a:rPr>
              <a:t> notebook for Data Analysis and Data Engineering </a:t>
            </a:r>
          </a:p>
          <a:p>
            <a:pPr marL="0" indent="-17272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>
                <a:latin typeface="Arial"/>
                <a:cs typeface="Arial"/>
              </a:rPr>
              <a:t>Perform the EDA(Exploratory Data Analysis) and present it </a:t>
            </a:r>
          </a:p>
          <a:p>
            <a:pPr marL="0" indent="-17272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>
                <a:latin typeface="Arial"/>
                <a:cs typeface="Arial"/>
              </a:rPr>
              <a:t>Develop Data Engineering Pipelines to land final data on </a:t>
            </a:r>
            <a:r>
              <a:rPr lang="en-IN" sz="1500" err="1">
                <a:latin typeface="Arial"/>
                <a:cs typeface="Arial"/>
              </a:rPr>
              <a:t>DeltaLake</a:t>
            </a:r>
            <a:r>
              <a:rPr lang="en-IN" sz="1500">
                <a:latin typeface="Arial"/>
                <a:cs typeface="Arial"/>
              </a:rPr>
              <a:t> (Raw Layer)</a:t>
            </a:r>
          </a:p>
          <a:p>
            <a:pPr marL="0" indent="-17272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>
                <a:latin typeface="Arial"/>
                <a:cs typeface="Arial"/>
              </a:rPr>
              <a:t>Perform Data Visualization</a:t>
            </a:r>
          </a:p>
          <a:p>
            <a:pPr marL="0" indent="-17272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>
                <a:latin typeface="Arial"/>
                <a:cs typeface="Arial"/>
              </a:rPr>
              <a:t>Create AI/</a:t>
            </a:r>
            <a:r>
              <a:rPr lang="en-IN" sz="1500" err="1">
                <a:latin typeface="Arial"/>
                <a:cs typeface="Arial"/>
              </a:rPr>
              <a:t>GenAI</a:t>
            </a:r>
            <a:r>
              <a:rPr lang="en-IN" sz="1500">
                <a:latin typeface="Arial"/>
                <a:cs typeface="Arial"/>
              </a:rPr>
              <a:t> application which will pick data from RAW layer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491F7-8038-571A-2445-47993AB5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Level Activities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796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58CD9-7DB3-153E-2FC1-D1E6E5647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21A4F-B581-5FFB-0EA9-61A0291B3E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4918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pexon">
      <a:dk1>
        <a:sysClr val="windowText" lastClr="000000"/>
      </a:dk1>
      <a:lt1>
        <a:sysClr val="window" lastClr="FFFFFF"/>
      </a:lt1>
      <a:dk2>
        <a:srgbClr val="172440"/>
      </a:dk2>
      <a:lt2>
        <a:srgbClr val="E8E8E8"/>
      </a:lt2>
      <a:accent1>
        <a:srgbClr val="1D6EE4"/>
      </a:accent1>
      <a:accent2>
        <a:srgbClr val="75A2ED"/>
      </a:accent2>
      <a:accent3>
        <a:srgbClr val="CCD5F6"/>
      </a:accent3>
      <a:accent4>
        <a:srgbClr val="004B8D"/>
      </a:accent4>
      <a:accent5>
        <a:srgbClr val="575754"/>
      </a:accent5>
      <a:accent6>
        <a:srgbClr val="E54A24"/>
      </a:accent6>
      <a:hlink>
        <a:srgbClr val="1D6EE4"/>
      </a:hlink>
      <a:folHlink>
        <a:srgbClr val="96607D"/>
      </a:folHlink>
    </a:clrScheme>
    <a:fontScheme name="Apex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pexon PPT Template_2025.pptx" id="{014DB0CE-CF66-43BB-AD92-AA6A68338F07}" vid="{DFFAE561-DC73-47F7-BE70-7A8088EF0A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70C8D54EB85A4C8A0B2C2E22FBF699" ma:contentTypeVersion="10" ma:contentTypeDescription="Create a new document." ma:contentTypeScope="" ma:versionID="fea8a52e9e5e3907c18e483806a02c21">
  <xsd:schema xmlns:xsd="http://www.w3.org/2001/XMLSchema" xmlns:xs="http://www.w3.org/2001/XMLSchema" xmlns:p="http://schemas.microsoft.com/office/2006/metadata/properties" xmlns:ns2="7fc29844-a825-46e1-922f-a873703e537e" xmlns:ns3="4ee54433-b654-4b03-8677-da78b93878eb" targetNamespace="http://schemas.microsoft.com/office/2006/metadata/properties" ma:root="true" ma:fieldsID="15ae29ea18c8fa015efbfec8acdf5a9b" ns2:_="" ns3:_="">
    <xsd:import namespace="7fc29844-a825-46e1-922f-a873703e537e"/>
    <xsd:import namespace="4ee54433-b654-4b03-8677-da78b93878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c29844-a825-46e1-922f-a873703e53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3afc521-a537-47e9-bafb-1868984aa7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e54433-b654-4b03-8677-da78b93878e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65617f9-3e5b-43b4-901e-f11c1db4ca2f}" ma:internalName="TaxCatchAll" ma:showField="CatchAllData" ma:web="4ee54433-b654-4b03-8677-da78b93878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c29844-a825-46e1-922f-a873703e537e">
      <Terms xmlns="http://schemas.microsoft.com/office/infopath/2007/PartnerControls"/>
    </lcf76f155ced4ddcb4097134ff3c332f>
    <TaxCatchAll xmlns="4ee54433-b654-4b03-8677-da78b93878e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33C89E-7772-4D74-8205-11B0CB383F5A}"/>
</file>

<file path=customXml/itemProps2.xml><?xml version="1.0" encoding="utf-8"?>
<ds:datastoreItem xmlns:ds="http://schemas.openxmlformats.org/officeDocument/2006/customXml" ds:itemID="{37999586-918E-4627-AD69-42FE2BA3A724}">
  <ds:schemaRefs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84EA190-B16E-49C5-B727-F8FE6871DD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210</Words>
  <Application>Microsoft Macintosh PowerPoint</Application>
  <PresentationFormat>Widescreen</PresentationFormat>
  <Paragraphs>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Roboto Medium</vt:lpstr>
      <vt:lpstr>Segoe UI Symbol</vt:lpstr>
      <vt:lpstr>Office Theme</vt:lpstr>
      <vt:lpstr>Internship Use case 2025</vt:lpstr>
      <vt:lpstr>Important Information regarding Dataset</vt:lpstr>
      <vt:lpstr>Suggestive Workflow</vt:lpstr>
      <vt:lpstr>High Level Activities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2025</dc:title>
  <dc:creator>Chandrashekhar H.P</dc:creator>
  <cp:lastModifiedBy>Chandrashekhar H.P</cp:lastModifiedBy>
  <cp:revision>23</cp:revision>
  <dcterms:created xsi:type="dcterms:W3CDTF">2025-03-18T11:50:33Z</dcterms:created>
  <dcterms:modified xsi:type="dcterms:W3CDTF">2026-01-09T05:38:14Z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0x010100EC70C8D54EB85A4C8A0B2C2E22FBF699</vt:lpwstr>
  </property>
  <property fmtid="{D5CDD505-2E9C-101B-9397-08002B2CF9AE}" pid="3" name="MediaServiceImageTags">
    <vt:lpwstr/>
  </property>
  <property fmtid="{D5CDD505-2E9C-101B-9397-08002B2CF9AE}" pid="4" name="Order">
    <vt:r8>700</vt:r8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bool>false</vt:bool>
  </property>
</Properties>
</file>